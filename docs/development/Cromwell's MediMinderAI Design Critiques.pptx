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Amatic SC"/>
      <p:regular r:id="rId39"/>
      <p:bold r:id="rId40"/>
    </p:embeddedFont>
    <p:embeddedFont>
      <p:font typeface="Lato"/>
      <p:regular r:id="rId41"/>
      <p:bold r:id="rId42"/>
      <p:italic r:id="rId43"/>
      <p:boldItalic r:id="rId44"/>
    </p:embeddedFont>
    <p:embeddedFont>
      <p:font typeface="Source Code Pro"/>
      <p:regular r:id="rId45"/>
      <p:bold r:id="rId46"/>
      <p:italic r:id="rId47"/>
      <p:boldItalic r:id="rId48"/>
    </p:embeddedFont>
    <p:embeddedFont>
      <p:font typeface="Oswald"/>
      <p:regular r:id="rId49"/>
      <p:bold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maticSC-bold.fntdata"/><Relationship Id="rId42" Type="http://schemas.openxmlformats.org/officeDocument/2006/relationships/font" Target="fonts/Lato-bold.fntdata"/><Relationship Id="rId41" Type="http://schemas.openxmlformats.org/officeDocument/2006/relationships/font" Target="fonts/Lato-regular.fntdata"/><Relationship Id="rId44" Type="http://schemas.openxmlformats.org/officeDocument/2006/relationships/font" Target="fonts/Lato-boldItalic.fntdata"/><Relationship Id="rId43" Type="http://schemas.openxmlformats.org/officeDocument/2006/relationships/font" Target="fonts/Lato-italic.fntdata"/><Relationship Id="rId46" Type="http://schemas.openxmlformats.org/officeDocument/2006/relationships/font" Target="fonts/SourceCodePro-bold.fntdata"/><Relationship Id="rId45" Type="http://schemas.openxmlformats.org/officeDocument/2006/relationships/font" Target="fonts/SourceCodePr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SourceCodePro-boldItalic.fntdata"/><Relationship Id="rId47" Type="http://schemas.openxmlformats.org/officeDocument/2006/relationships/font" Target="fonts/SourceCodePro-italic.fntdata"/><Relationship Id="rId49"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AmaticSC-regular.fntdata"/><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font" Target="fonts/Oswal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8c80201e12_0_1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8c80201e12_0_1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c80201e12_0_1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c80201e12_0_1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8c80201e12_0_1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8c80201e12_0_1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8d5778b8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8d5778b8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d5778b85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8d5778b85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d5778b85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d5778b85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c80201e12_0_1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8c80201e12_0_1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d78b115f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8d78b115f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d5778b85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8d5778b85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d5778b85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d5778b85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d5778b85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8d5778b85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d5778b85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d5778b85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c80201e12_0_1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c80201e12_0_1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8c80201e12_0_1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8c80201e12_0_1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c80201e12_0_1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8c80201e12_0_1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c80201e12_0_1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8c80201e12_0_1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c80201e12_0_1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8c80201e12_0_1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8c80201e12_0_1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8c80201e12_0_1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c80201e12_0_1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8c80201e12_0_1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8c80201e12_0_1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8c80201e12_0_1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8c80201e12_0_1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8c80201e12_0_1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c80201e12_0_1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8c80201e12_0_1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8c80201e12_0_1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8c80201e12_0_1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8c80201e12_0_1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8c80201e12_0_1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c80201e12_0_1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8c80201e12_0_1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8c80201e12_0_1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8c80201e12_0_1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8c80201e12_0_1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8c80201e12_0_1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8c80201e12_0_1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8c80201e12_0_1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8c80201e12_0_1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8c80201e12_0_1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8c80201e12_0_1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8c80201e12_0_1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8c80201e12_0_1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8c80201e12_0_1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8c80201e12_0_1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8c80201e12_0_1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rgbClr val="6D9E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rgbClr val="6D9E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Font typeface="Amatic SC"/>
              <a:buNone/>
              <a:defRPr b="1" sz="6000">
                <a:solidFill>
                  <a:schemeClr val="lt1"/>
                </a:solidFill>
                <a:latin typeface="Amatic SC"/>
                <a:ea typeface="Amatic SC"/>
                <a:cs typeface="Amatic SC"/>
                <a:sym typeface="Amatic SC"/>
              </a:defRPr>
            </a:lvl1pPr>
            <a:lvl2pPr lvl="1" algn="ctr">
              <a:spcBef>
                <a:spcPts val="0"/>
              </a:spcBef>
              <a:spcAft>
                <a:spcPts val="0"/>
              </a:spcAft>
              <a:buClr>
                <a:schemeClr val="lt1"/>
              </a:buClr>
              <a:buSzPts val="6000"/>
              <a:buFont typeface="Amatic SC"/>
              <a:buNone/>
              <a:defRPr sz="6000">
                <a:solidFill>
                  <a:schemeClr val="lt1"/>
                </a:solidFill>
                <a:latin typeface="Amatic SC"/>
                <a:ea typeface="Amatic SC"/>
                <a:cs typeface="Amatic SC"/>
                <a:sym typeface="Amatic SC"/>
              </a:defRPr>
            </a:lvl2pPr>
            <a:lvl3pPr lvl="2" algn="ctr">
              <a:spcBef>
                <a:spcPts val="0"/>
              </a:spcBef>
              <a:spcAft>
                <a:spcPts val="0"/>
              </a:spcAft>
              <a:buClr>
                <a:schemeClr val="lt1"/>
              </a:buClr>
              <a:buSzPts val="6000"/>
              <a:buFont typeface="Amatic SC"/>
              <a:buNone/>
              <a:defRPr sz="6000">
                <a:solidFill>
                  <a:schemeClr val="lt1"/>
                </a:solidFill>
                <a:latin typeface="Amatic SC"/>
                <a:ea typeface="Amatic SC"/>
                <a:cs typeface="Amatic SC"/>
                <a:sym typeface="Amatic SC"/>
              </a:defRPr>
            </a:lvl3pPr>
            <a:lvl4pPr lvl="3" algn="ctr">
              <a:spcBef>
                <a:spcPts val="0"/>
              </a:spcBef>
              <a:spcAft>
                <a:spcPts val="0"/>
              </a:spcAft>
              <a:buClr>
                <a:schemeClr val="lt1"/>
              </a:buClr>
              <a:buSzPts val="6000"/>
              <a:buFont typeface="Amatic SC"/>
              <a:buNone/>
              <a:defRPr sz="6000">
                <a:solidFill>
                  <a:schemeClr val="lt1"/>
                </a:solidFill>
                <a:latin typeface="Amatic SC"/>
                <a:ea typeface="Amatic SC"/>
                <a:cs typeface="Amatic SC"/>
                <a:sym typeface="Amatic SC"/>
              </a:defRPr>
            </a:lvl4pPr>
            <a:lvl5pPr lvl="4" algn="ctr">
              <a:spcBef>
                <a:spcPts val="0"/>
              </a:spcBef>
              <a:spcAft>
                <a:spcPts val="0"/>
              </a:spcAft>
              <a:buClr>
                <a:schemeClr val="lt1"/>
              </a:buClr>
              <a:buSzPts val="6000"/>
              <a:buFont typeface="Amatic SC"/>
              <a:buNone/>
              <a:defRPr sz="6000">
                <a:solidFill>
                  <a:schemeClr val="lt1"/>
                </a:solidFill>
                <a:latin typeface="Amatic SC"/>
                <a:ea typeface="Amatic SC"/>
                <a:cs typeface="Amatic SC"/>
                <a:sym typeface="Amatic SC"/>
              </a:defRPr>
            </a:lvl5pPr>
            <a:lvl6pPr lvl="5" algn="ctr">
              <a:spcBef>
                <a:spcPts val="0"/>
              </a:spcBef>
              <a:spcAft>
                <a:spcPts val="0"/>
              </a:spcAft>
              <a:buClr>
                <a:schemeClr val="lt1"/>
              </a:buClr>
              <a:buSzPts val="6000"/>
              <a:buFont typeface="Amatic SC"/>
              <a:buNone/>
              <a:defRPr sz="6000">
                <a:solidFill>
                  <a:schemeClr val="lt1"/>
                </a:solidFill>
                <a:latin typeface="Amatic SC"/>
                <a:ea typeface="Amatic SC"/>
                <a:cs typeface="Amatic SC"/>
                <a:sym typeface="Amatic SC"/>
              </a:defRPr>
            </a:lvl6pPr>
            <a:lvl7pPr lvl="6" algn="ctr">
              <a:spcBef>
                <a:spcPts val="0"/>
              </a:spcBef>
              <a:spcAft>
                <a:spcPts val="0"/>
              </a:spcAft>
              <a:buClr>
                <a:schemeClr val="lt1"/>
              </a:buClr>
              <a:buSzPts val="6000"/>
              <a:buFont typeface="Amatic SC"/>
              <a:buNone/>
              <a:defRPr sz="6000">
                <a:solidFill>
                  <a:schemeClr val="lt1"/>
                </a:solidFill>
                <a:latin typeface="Amatic SC"/>
                <a:ea typeface="Amatic SC"/>
                <a:cs typeface="Amatic SC"/>
                <a:sym typeface="Amatic SC"/>
              </a:defRPr>
            </a:lvl7pPr>
            <a:lvl8pPr lvl="7" algn="ctr">
              <a:spcBef>
                <a:spcPts val="0"/>
              </a:spcBef>
              <a:spcAft>
                <a:spcPts val="0"/>
              </a:spcAft>
              <a:buClr>
                <a:schemeClr val="lt1"/>
              </a:buClr>
              <a:buSzPts val="6000"/>
              <a:buFont typeface="Amatic SC"/>
              <a:buNone/>
              <a:defRPr sz="6000">
                <a:solidFill>
                  <a:schemeClr val="lt1"/>
                </a:solidFill>
                <a:latin typeface="Amatic SC"/>
                <a:ea typeface="Amatic SC"/>
                <a:cs typeface="Amatic SC"/>
                <a:sym typeface="Amatic SC"/>
              </a:defRPr>
            </a:lvl8pPr>
            <a:lvl9pPr lvl="8" algn="ctr">
              <a:spcBef>
                <a:spcPts val="0"/>
              </a:spcBef>
              <a:spcAft>
                <a:spcPts val="0"/>
              </a:spcAft>
              <a:buClr>
                <a:schemeClr val="lt1"/>
              </a:buClr>
              <a:buSzPts val="6000"/>
              <a:buFont typeface="Amatic SC"/>
              <a:buNone/>
              <a:defRPr sz="6000">
                <a:solidFill>
                  <a:schemeClr val="lt1"/>
                </a:solidFill>
                <a:latin typeface="Amatic SC"/>
                <a:ea typeface="Amatic SC"/>
                <a:cs typeface="Amatic SC"/>
                <a:sym typeface="Amatic SC"/>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1800"/>
              <a:buFont typeface="Lato"/>
              <a:buNone/>
              <a:defRPr>
                <a:latin typeface="Lato"/>
                <a:ea typeface="Lato"/>
                <a:cs typeface="Lato"/>
                <a:sym typeface="Lato"/>
              </a:defRPr>
            </a:lvl1pPr>
            <a:lvl2pPr lvl="1" algn="ctr">
              <a:lnSpc>
                <a:spcPct val="100000"/>
              </a:lnSpc>
              <a:spcBef>
                <a:spcPts val="0"/>
              </a:spcBef>
              <a:spcAft>
                <a:spcPts val="0"/>
              </a:spcAft>
              <a:buSzPts val="1800"/>
              <a:buFont typeface="Lato"/>
              <a:buNone/>
              <a:defRPr sz="1800">
                <a:latin typeface="Lato"/>
                <a:ea typeface="Lato"/>
                <a:cs typeface="Lato"/>
                <a:sym typeface="Lato"/>
              </a:defRPr>
            </a:lvl2pPr>
            <a:lvl3pPr lvl="2" algn="ctr">
              <a:lnSpc>
                <a:spcPct val="100000"/>
              </a:lnSpc>
              <a:spcBef>
                <a:spcPts val="0"/>
              </a:spcBef>
              <a:spcAft>
                <a:spcPts val="0"/>
              </a:spcAft>
              <a:buSzPts val="1800"/>
              <a:buFont typeface="Lato"/>
              <a:buNone/>
              <a:defRPr sz="1800">
                <a:latin typeface="Lato"/>
                <a:ea typeface="Lato"/>
                <a:cs typeface="Lato"/>
                <a:sym typeface="Lato"/>
              </a:defRPr>
            </a:lvl3pPr>
            <a:lvl4pPr lvl="3" algn="ctr">
              <a:lnSpc>
                <a:spcPct val="100000"/>
              </a:lnSpc>
              <a:spcBef>
                <a:spcPts val="0"/>
              </a:spcBef>
              <a:spcAft>
                <a:spcPts val="0"/>
              </a:spcAft>
              <a:buSzPts val="1800"/>
              <a:buFont typeface="Lato"/>
              <a:buNone/>
              <a:defRPr sz="1800">
                <a:latin typeface="Lato"/>
                <a:ea typeface="Lato"/>
                <a:cs typeface="Lato"/>
                <a:sym typeface="Lato"/>
              </a:defRPr>
            </a:lvl4pPr>
            <a:lvl5pPr lvl="4" algn="ctr">
              <a:lnSpc>
                <a:spcPct val="100000"/>
              </a:lnSpc>
              <a:spcBef>
                <a:spcPts val="0"/>
              </a:spcBef>
              <a:spcAft>
                <a:spcPts val="0"/>
              </a:spcAft>
              <a:buSzPts val="1800"/>
              <a:buFont typeface="Lato"/>
              <a:buNone/>
              <a:defRPr sz="1800">
                <a:latin typeface="Lato"/>
                <a:ea typeface="Lato"/>
                <a:cs typeface="Lato"/>
                <a:sym typeface="Lato"/>
              </a:defRPr>
            </a:lvl5pPr>
            <a:lvl6pPr lvl="5" algn="ctr">
              <a:lnSpc>
                <a:spcPct val="100000"/>
              </a:lnSpc>
              <a:spcBef>
                <a:spcPts val="0"/>
              </a:spcBef>
              <a:spcAft>
                <a:spcPts val="0"/>
              </a:spcAft>
              <a:buSzPts val="1800"/>
              <a:buFont typeface="Lato"/>
              <a:buNone/>
              <a:defRPr sz="1800">
                <a:latin typeface="Lato"/>
                <a:ea typeface="Lato"/>
                <a:cs typeface="Lato"/>
                <a:sym typeface="Lato"/>
              </a:defRPr>
            </a:lvl6pPr>
            <a:lvl7pPr lvl="6" algn="ctr">
              <a:lnSpc>
                <a:spcPct val="100000"/>
              </a:lnSpc>
              <a:spcBef>
                <a:spcPts val="0"/>
              </a:spcBef>
              <a:spcAft>
                <a:spcPts val="0"/>
              </a:spcAft>
              <a:buSzPts val="1800"/>
              <a:buFont typeface="Lato"/>
              <a:buNone/>
              <a:defRPr sz="1800">
                <a:latin typeface="Lato"/>
                <a:ea typeface="Lato"/>
                <a:cs typeface="Lato"/>
                <a:sym typeface="Lato"/>
              </a:defRPr>
            </a:lvl7pPr>
            <a:lvl8pPr lvl="7" algn="ctr">
              <a:lnSpc>
                <a:spcPct val="100000"/>
              </a:lnSpc>
              <a:spcBef>
                <a:spcPts val="0"/>
              </a:spcBef>
              <a:spcAft>
                <a:spcPts val="0"/>
              </a:spcAft>
              <a:buSzPts val="1800"/>
              <a:buFont typeface="Lato"/>
              <a:buNone/>
              <a:defRPr sz="1800">
                <a:latin typeface="Lato"/>
                <a:ea typeface="Lato"/>
                <a:cs typeface="Lato"/>
                <a:sym typeface="Lato"/>
              </a:defRPr>
            </a:lvl8pPr>
            <a:lvl9pPr lvl="8" algn="ctr">
              <a:lnSpc>
                <a:spcPct val="100000"/>
              </a:lnSpc>
              <a:spcBef>
                <a:spcPts val="0"/>
              </a:spcBef>
              <a:spcAft>
                <a:spcPts val="0"/>
              </a:spcAft>
              <a:buSzPts val="1800"/>
              <a:buFont typeface="Lato"/>
              <a:buNone/>
              <a:defRPr sz="1800">
                <a:latin typeface="Lato"/>
                <a:ea typeface="Lato"/>
                <a:cs typeface="Lato"/>
                <a:sym typeface="Lato"/>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rgbClr val="6D9E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Font typeface="Amatic SC"/>
              <a:buNone/>
              <a:defRPr b="1" sz="3600">
                <a:solidFill>
                  <a:schemeClr val="lt1"/>
                </a:solidFill>
                <a:latin typeface="Amatic SC"/>
                <a:ea typeface="Amatic SC"/>
                <a:cs typeface="Amatic SC"/>
                <a:sym typeface="Amatic SC"/>
              </a:defRPr>
            </a:lvl1pPr>
            <a:lvl2pPr lvl="1" algn="ctr">
              <a:spcBef>
                <a:spcPts val="0"/>
              </a:spcBef>
              <a:spcAft>
                <a:spcPts val="0"/>
              </a:spcAft>
              <a:buClr>
                <a:schemeClr val="lt1"/>
              </a:buClr>
              <a:buSzPts val="3600"/>
              <a:buFont typeface="Amatic SC"/>
              <a:buNone/>
              <a:defRPr b="1" sz="3600">
                <a:solidFill>
                  <a:schemeClr val="lt1"/>
                </a:solidFill>
                <a:latin typeface="Amatic SC"/>
                <a:ea typeface="Amatic SC"/>
                <a:cs typeface="Amatic SC"/>
                <a:sym typeface="Amatic SC"/>
              </a:defRPr>
            </a:lvl2pPr>
            <a:lvl3pPr lvl="2" algn="ctr">
              <a:spcBef>
                <a:spcPts val="0"/>
              </a:spcBef>
              <a:spcAft>
                <a:spcPts val="0"/>
              </a:spcAft>
              <a:buClr>
                <a:schemeClr val="lt1"/>
              </a:buClr>
              <a:buSzPts val="3600"/>
              <a:buFont typeface="Amatic SC"/>
              <a:buNone/>
              <a:defRPr b="1" sz="3600">
                <a:solidFill>
                  <a:schemeClr val="lt1"/>
                </a:solidFill>
                <a:latin typeface="Amatic SC"/>
                <a:ea typeface="Amatic SC"/>
                <a:cs typeface="Amatic SC"/>
                <a:sym typeface="Amatic SC"/>
              </a:defRPr>
            </a:lvl3pPr>
            <a:lvl4pPr lvl="3" algn="ctr">
              <a:spcBef>
                <a:spcPts val="0"/>
              </a:spcBef>
              <a:spcAft>
                <a:spcPts val="0"/>
              </a:spcAft>
              <a:buClr>
                <a:schemeClr val="lt1"/>
              </a:buClr>
              <a:buSzPts val="3600"/>
              <a:buFont typeface="Amatic SC"/>
              <a:buNone/>
              <a:defRPr b="1" sz="3600">
                <a:solidFill>
                  <a:schemeClr val="lt1"/>
                </a:solidFill>
                <a:latin typeface="Amatic SC"/>
                <a:ea typeface="Amatic SC"/>
                <a:cs typeface="Amatic SC"/>
                <a:sym typeface="Amatic SC"/>
              </a:defRPr>
            </a:lvl4pPr>
            <a:lvl5pPr lvl="4" algn="ctr">
              <a:spcBef>
                <a:spcPts val="0"/>
              </a:spcBef>
              <a:spcAft>
                <a:spcPts val="0"/>
              </a:spcAft>
              <a:buClr>
                <a:schemeClr val="lt1"/>
              </a:buClr>
              <a:buSzPts val="3600"/>
              <a:buFont typeface="Amatic SC"/>
              <a:buNone/>
              <a:defRPr b="1" sz="3600">
                <a:solidFill>
                  <a:schemeClr val="lt1"/>
                </a:solidFill>
                <a:latin typeface="Amatic SC"/>
                <a:ea typeface="Amatic SC"/>
                <a:cs typeface="Amatic SC"/>
                <a:sym typeface="Amatic SC"/>
              </a:defRPr>
            </a:lvl5pPr>
            <a:lvl6pPr lvl="5" algn="ctr">
              <a:spcBef>
                <a:spcPts val="0"/>
              </a:spcBef>
              <a:spcAft>
                <a:spcPts val="0"/>
              </a:spcAft>
              <a:buClr>
                <a:schemeClr val="lt1"/>
              </a:buClr>
              <a:buSzPts val="3600"/>
              <a:buFont typeface="Amatic SC"/>
              <a:buNone/>
              <a:defRPr b="1" sz="3600">
                <a:solidFill>
                  <a:schemeClr val="lt1"/>
                </a:solidFill>
                <a:latin typeface="Amatic SC"/>
                <a:ea typeface="Amatic SC"/>
                <a:cs typeface="Amatic SC"/>
                <a:sym typeface="Amatic SC"/>
              </a:defRPr>
            </a:lvl6pPr>
            <a:lvl7pPr lvl="6" algn="ctr">
              <a:spcBef>
                <a:spcPts val="0"/>
              </a:spcBef>
              <a:spcAft>
                <a:spcPts val="0"/>
              </a:spcAft>
              <a:buClr>
                <a:schemeClr val="lt1"/>
              </a:buClr>
              <a:buSzPts val="3600"/>
              <a:buFont typeface="Amatic SC"/>
              <a:buNone/>
              <a:defRPr b="1" sz="3600">
                <a:solidFill>
                  <a:schemeClr val="lt1"/>
                </a:solidFill>
                <a:latin typeface="Amatic SC"/>
                <a:ea typeface="Amatic SC"/>
                <a:cs typeface="Amatic SC"/>
                <a:sym typeface="Amatic SC"/>
              </a:defRPr>
            </a:lvl7pPr>
            <a:lvl8pPr lvl="7" algn="ctr">
              <a:spcBef>
                <a:spcPts val="0"/>
              </a:spcBef>
              <a:spcAft>
                <a:spcPts val="0"/>
              </a:spcAft>
              <a:buClr>
                <a:schemeClr val="lt1"/>
              </a:buClr>
              <a:buSzPts val="3600"/>
              <a:buFont typeface="Amatic SC"/>
              <a:buNone/>
              <a:defRPr b="1" sz="3600">
                <a:solidFill>
                  <a:schemeClr val="lt1"/>
                </a:solidFill>
                <a:latin typeface="Amatic SC"/>
                <a:ea typeface="Amatic SC"/>
                <a:cs typeface="Amatic SC"/>
                <a:sym typeface="Amatic SC"/>
              </a:defRPr>
            </a:lvl8pPr>
            <a:lvl9pPr lvl="8" algn="ctr">
              <a:spcBef>
                <a:spcPts val="0"/>
              </a:spcBef>
              <a:spcAft>
                <a:spcPts val="0"/>
              </a:spcAft>
              <a:buClr>
                <a:schemeClr val="lt1"/>
              </a:buClr>
              <a:buSzPts val="3600"/>
              <a:buFont typeface="Amatic SC"/>
              <a:buNone/>
              <a:defRPr b="1" sz="3600">
                <a:solidFill>
                  <a:schemeClr val="lt1"/>
                </a:solidFill>
                <a:latin typeface="Amatic SC"/>
                <a:ea typeface="Amatic SC"/>
                <a:cs typeface="Amatic SC"/>
                <a:sym typeface="Amatic SC"/>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Font typeface="Amatic SC"/>
              <a:buNone/>
              <a:defRPr b="1">
                <a:latin typeface="Amatic SC"/>
                <a:ea typeface="Amatic SC"/>
                <a:cs typeface="Amatic SC"/>
                <a:sym typeface="Amatic SC"/>
              </a:defRPr>
            </a:lvl1pPr>
            <a:lvl2pPr lvl="1">
              <a:spcBef>
                <a:spcPts val="0"/>
              </a:spcBef>
              <a:spcAft>
                <a:spcPts val="0"/>
              </a:spcAft>
              <a:buSzPts val="3000"/>
              <a:buFont typeface="Amatic SC"/>
              <a:buNone/>
              <a:defRPr b="1">
                <a:latin typeface="Amatic SC"/>
                <a:ea typeface="Amatic SC"/>
                <a:cs typeface="Amatic SC"/>
                <a:sym typeface="Amatic SC"/>
              </a:defRPr>
            </a:lvl2pPr>
            <a:lvl3pPr lvl="2">
              <a:spcBef>
                <a:spcPts val="0"/>
              </a:spcBef>
              <a:spcAft>
                <a:spcPts val="0"/>
              </a:spcAft>
              <a:buSzPts val="3000"/>
              <a:buFont typeface="Amatic SC"/>
              <a:buNone/>
              <a:defRPr b="1">
                <a:latin typeface="Amatic SC"/>
                <a:ea typeface="Amatic SC"/>
                <a:cs typeface="Amatic SC"/>
                <a:sym typeface="Amatic SC"/>
              </a:defRPr>
            </a:lvl3pPr>
            <a:lvl4pPr lvl="3">
              <a:spcBef>
                <a:spcPts val="0"/>
              </a:spcBef>
              <a:spcAft>
                <a:spcPts val="0"/>
              </a:spcAft>
              <a:buSzPts val="3000"/>
              <a:buFont typeface="Amatic SC"/>
              <a:buNone/>
              <a:defRPr b="1">
                <a:latin typeface="Amatic SC"/>
                <a:ea typeface="Amatic SC"/>
                <a:cs typeface="Amatic SC"/>
                <a:sym typeface="Amatic SC"/>
              </a:defRPr>
            </a:lvl4pPr>
            <a:lvl5pPr lvl="4">
              <a:spcBef>
                <a:spcPts val="0"/>
              </a:spcBef>
              <a:spcAft>
                <a:spcPts val="0"/>
              </a:spcAft>
              <a:buSzPts val="3000"/>
              <a:buFont typeface="Amatic SC"/>
              <a:buNone/>
              <a:defRPr b="1">
                <a:latin typeface="Amatic SC"/>
                <a:ea typeface="Amatic SC"/>
                <a:cs typeface="Amatic SC"/>
                <a:sym typeface="Amatic SC"/>
              </a:defRPr>
            </a:lvl5pPr>
            <a:lvl6pPr lvl="5">
              <a:spcBef>
                <a:spcPts val="0"/>
              </a:spcBef>
              <a:spcAft>
                <a:spcPts val="0"/>
              </a:spcAft>
              <a:buSzPts val="3000"/>
              <a:buFont typeface="Amatic SC"/>
              <a:buNone/>
              <a:defRPr b="1">
                <a:latin typeface="Amatic SC"/>
                <a:ea typeface="Amatic SC"/>
                <a:cs typeface="Amatic SC"/>
                <a:sym typeface="Amatic SC"/>
              </a:defRPr>
            </a:lvl6pPr>
            <a:lvl7pPr lvl="6">
              <a:spcBef>
                <a:spcPts val="0"/>
              </a:spcBef>
              <a:spcAft>
                <a:spcPts val="0"/>
              </a:spcAft>
              <a:buSzPts val="3000"/>
              <a:buFont typeface="Amatic SC"/>
              <a:buNone/>
              <a:defRPr b="1">
                <a:latin typeface="Amatic SC"/>
                <a:ea typeface="Amatic SC"/>
                <a:cs typeface="Amatic SC"/>
                <a:sym typeface="Amatic SC"/>
              </a:defRPr>
            </a:lvl7pPr>
            <a:lvl8pPr lvl="7">
              <a:spcBef>
                <a:spcPts val="0"/>
              </a:spcBef>
              <a:spcAft>
                <a:spcPts val="0"/>
              </a:spcAft>
              <a:buSzPts val="3000"/>
              <a:buFont typeface="Amatic SC"/>
              <a:buNone/>
              <a:defRPr b="1">
                <a:latin typeface="Amatic SC"/>
                <a:ea typeface="Amatic SC"/>
                <a:cs typeface="Amatic SC"/>
                <a:sym typeface="Amatic SC"/>
              </a:defRPr>
            </a:lvl8pPr>
            <a:lvl9pPr lvl="8">
              <a:spcBef>
                <a:spcPts val="0"/>
              </a:spcBef>
              <a:spcAft>
                <a:spcPts val="0"/>
              </a:spcAft>
              <a:buSzPts val="3000"/>
              <a:buFont typeface="Amatic SC"/>
              <a:buNone/>
              <a:defRPr b="1">
                <a:latin typeface="Amatic SC"/>
                <a:ea typeface="Amatic SC"/>
                <a:cs typeface="Amatic SC"/>
                <a:sym typeface="Amatic SC"/>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Lato"/>
              <a:buChar char="●"/>
              <a:defRPr>
                <a:latin typeface="Lato"/>
                <a:ea typeface="Lato"/>
                <a:cs typeface="Lato"/>
                <a:sym typeface="Lato"/>
              </a:defRPr>
            </a:lvl1pPr>
            <a:lvl2pPr indent="-317500" lvl="1" marL="914400">
              <a:spcBef>
                <a:spcPts val="0"/>
              </a:spcBef>
              <a:spcAft>
                <a:spcPts val="0"/>
              </a:spcAft>
              <a:buSzPts val="1400"/>
              <a:buFont typeface="Lato"/>
              <a:buChar char="○"/>
              <a:defRPr>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Font typeface="Amatic SC"/>
              <a:buNone/>
              <a:defRPr b="1">
                <a:latin typeface="Amatic SC"/>
                <a:ea typeface="Amatic SC"/>
                <a:cs typeface="Amatic SC"/>
                <a:sym typeface="Amatic SC"/>
              </a:defRPr>
            </a:lvl1pPr>
            <a:lvl2pPr lvl="1">
              <a:spcBef>
                <a:spcPts val="0"/>
              </a:spcBef>
              <a:spcAft>
                <a:spcPts val="0"/>
              </a:spcAft>
              <a:buSzPts val="3000"/>
              <a:buFont typeface="Amatic SC"/>
              <a:buNone/>
              <a:defRPr b="1">
                <a:latin typeface="Amatic SC"/>
                <a:ea typeface="Amatic SC"/>
                <a:cs typeface="Amatic SC"/>
                <a:sym typeface="Amatic SC"/>
              </a:defRPr>
            </a:lvl2pPr>
            <a:lvl3pPr lvl="2">
              <a:spcBef>
                <a:spcPts val="0"/>
              </a:spcBef>
              <a:spcAft>
                <a:spcPts val="0"/>
              </a:spcAft>
              <a:buSzPts val="3000"/>
              <a:buFont typeface="Amatic SC"/>
              <a:buNone/>
              <a:defRPr b="1">
                <a:latin typeface="Amatic SC"/>
                <a:ea typeface="Amatic SC"/>
                <a:cs typeface="Amatic SC"/>
                <a:sym typeface="Amatic SC"/>
              </a:defRPr>
            </a:lvl3pPr>
            <a:lvl4pPr lvl="3">
              <a:spcBef>
                <a:spcPts val="0"/>
              </a:spcBef>
              <a:spcAft>
                <a:spcPts val="0"/>
              </a:spcAft>
              <a:buSzPts val="3000"/>
              <a:buFont typeface="Amatic SC"/>
              <a:buNone/>
              <a:defRPr b="1">
                <a:latin typeface="Amatic SC"/>
                <a:ea typeface="Amatic SC"/>
                <a:cs typeface="Amatic SC"/>
                <a:sym typeface="Amatic SC"/>
              </a:defRPr>
            </a:lvl4pPr>
            <a:lvl5pPr lvl="4">
              <a:spcBef>
                <a:spcPts val="0"/>
              </a:spcBef>
              <a:spcAft>
                <a:spcPts val="0"/>
              </a:spcAft>
              <a:buSzPts val="3000"/>
              <a:buFont typeface="Amatic SC"/>
              <a:buNone/>
              <a:defRPr b="1">
                <a:latin typeface="Amatic SC"/>
                <a:ea typeface="Amatic SC"/>
                <a:cs typeface="Amatic SC"/>
                <a:sym typeface="Amatic SC"/>
              </a:defRPr>
            </a:lvl5pPr>
            <a:lvl6pPr lvl="5">
              <a:spcBef>
                <a:spcPts val="0"/>
              </a:spcBef>
              <a:spcAft>
                <a:spcPts val="0"/>
              </a:spcAft>
              <a:buSzPts val="3000"/>
              <a:buFont typeface="Amatic SC"/>
              <a:buNone/>
              <a:defRPr b="1">
                <a:latin typeface="Amatic SC"/>
                <a:ea typeface="Amatic SC"/>
                <a:cs typeface="Amatic SC"/>
                <a:sym typeface="Amatic SC"/>
              </a:defRPr>
            </a:lvl6pPr>
            <a:lvl7pPr lvl="6">
              <a:spcBef>
                <a:spcPts val="0"/>
              </a:spcBef>
              <a:spcAft>
                <a:spcPts val="0"/>
              </a:spcAft>
              <a:buSzPts val="3000"/>
              <a:buFont typeface="Amatic SC"/>
              <a:buNone/>
              <a:defRPr b="1">
                <a:latin typeface="Amatic SC"/>
                <a:ea typeface="Amatic SC"/>
                <a:cs typeface="Amatic SC"/>
                <a:sym typeface="Amatic SC"/>
              </a:defRPr>
            </a:lvl7pPr>
            <a:lvl8pPr lvl="7">
              <a:spcBef>
                <a:spcPts val="0"/>
              </a:spcBef>
              <a:spcAft>
                <a:spcPts val="0"/>
              </a:spcAft>
              <a:buSzPts val="3000"/>
              <a:buFont typeface="Amatic SC"/>
              <a:buNone/>
              <a:defRPr b="1">
                <a:latin typeface="Amatic SC"/>
                <a:ea typeface="Amatic SC"/>
                <a:cs typeface="Amatic SC"/>
                <a:sym typeface="Amatic SC"/>
              </a:defRPr>
            </a:lvl8pPr>
            <a:lvl9pPr lvl="8">
              <a:spcBef>
                <a:spcPts val="0"/>
              </a:spcBef>
              <a:spcAft>
                <a:spcPts val="0"/>
              </a:spcAft>
              <a:buSzPts val="3000"/>
              <a:buFont typeface="Amatic SC"/>
              <a:buNone/>
              <a:defRPr b="1">
                <a:latin typeface="Amatic SC"/>
                <a:ea typeface="Amatic SC"/>
                <a:cs typeface="Amatic SC"/>
                <a:sym typeface="Amatic SC"/>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Font typeface="Amatic SC"/>
              <a:buNone/>
              <a:defRPr b="1">
                <a:latin typeface="Amatic SC"/>
                <a:ea typeface="Amatic SC"/>
                <a:cs typeface="Amatic SC"/>
                <a:sym typeface="Amatic SC"/>
              </a:defRPr>
            </a:lvl1pPr>
            <a:lvl2pPr lvl="1">
              <a:spcBef>
                <a:spcPts val="0"/>
              </a:spcBef>
              <a:spcAft>
                <a:spcPts val="0"/>
              </a:spcAft>
              <a:buSzPts val="3000"/>
              <a:buFont typeface="Amatic SC"/>
              <a:buNone/>
              <a:defRPr b="1">
                <a:latin typeface="Amatic SC"/>
                <a:ea typeface="Amatic SC"/>
                <a:cs typeface="Amatic SC"/>
                <a:sym typeface="Amatic SC"/>
              </a:defRPr>
            </a:lvl2pPr>
            <a:lvl3pPr lvl="2">
              <a:spcBef>
                <a:spcPts val="0"/>
              </a:spcBef>
              <a:spcAft>
                <a:spcPts val="0"/>
              </a:spcAft>
              <a:buSzPts val="3000"/>
              <a:buFont typeface="Amatic SC"/>
              <a:buNone/>
              <a:defRPr b="1">
                <a:latin typeface="Amatic SC"/>
                <a:ea typeface="Amatic SC"/>
                <a:cs typeface="Amatic SC"/>
                <a:sym typeface="Amatic SC"/>
              </a:defRPr>
            </a:lvl3pPr>
            <a:lvl4pPr lvl="3">
              <a:spcBef>
                <a:spcPts val="0"/>
              </a:spcBef>
              <a:spcAft>
                <a:spcPts val="0"/>
              </a:spcAft>
              <a:buSzPts val="3000"/>
              <a:buFont typeface="Amatic SC"/>
              <a:buNone/>
              <a:defRPr b="1">
                <a:latin typeface="Amatic SC"/>
                <a:ea typeface="Amatic SC"/>
                <a:cs typeface="Amatic SC"/>
                <a:sym typeface="Amatic SC"/>
              </a:defRPr>
            </a:lvl4pPr>
            <a:lvl5pPr lvl="4">
              <a:spcBef>
                <a:spcPts val="0"/>
              </a:spcBef>
              <a:spcAft>
                <a:spcPts val="0"/>
              </a:spcAft>
              <a:buSzPts val="3000"/>
              <a:buFont typeface="Amatic SC"/>
              <a:buNone/>
              <a:defRPr b="1">
                <a:latin typeface="Amatic SC"/>
                <a:ea typeface="Amatic SC"/>
                <a:cs typeface="Amatic SC"/>
                <a:sym typeface="Amatic SC"/>
              </a:defRPr>
            </a:lvl5pPr>
            <a:lvl6pPr lvl="5">
              <a:spcBef>
                <a:spcPts val="0"/>
              </a:spcBef>
              <a:spcAft>
                <a:spcPts val="0"/>
              </a:spcAft>
              <a:buSzPts val="3000"/>
              <a:buFont typeface="Amatic SC"/>
              <a:buNone/>
              <a:defRPr b="1">
                <a:latin typeface="Amatic SC"/>
                <a:ea typeface="Amatic SC"/>
                <a:cs typeface="Amatic SC"/>
                <a:sym typeface="Amatic SC"/>
              </a:defRPr>
            </a:lvl6pPr>
            <a:lvl7pPr lvl="6">
              <a:spcBef>
                <a:spcPts val="0"/>
              </a:spcBef>
              <a:spcAft>
                <a:spcPts val="0"/>
              </a:spcAft>
              <a:buSzPts val="3000"/>
              <a:buFont typeface="Amatic SC"/>
              <a:buNone/>
              <a:defRPr b="1">
                <a:latin typeface="Amatic SC"/>
                <a:ea typeface="Amatic SC"/>
                <a:cs typeface="Amatic SC"/>
                <a:sym typeface="Amatic SC"/>
              </a:defRPr>
            </a:lvl7pPr>
            <a:lvl8pPr lvl="7">
              <a:spcBef>
                <a:spcPts val="0"/>
              </a:spcBef>
              <a:spcAft>
                <a:spcPts val="0"/>
              </a:spcAft>
              <a:buSzPts val="3000"/>
              <a:buFont typeface="Amatic SC"/>
              <a:buNone/>
              <a:defRPr b="1">
                <a:latin typeface="Amatic SC"/>
                <a:ea typeface="Amatic SC"/>
                <a:cs typeface="Amatic SC"/>
                <a:sym typeface="Amatic SC"/>
              </a:defRPr>
            </a:lvl8pPr>
            <a:lvl9pPr lvl="8">
              <a:spcBef>
                <a:spcPts val="0"/>
              </a:spcBef>
              <a:spcAft>
                <a:spcPts val="0"/>
              </a:spcAft>
              <a:buSzPts val="3000"/>
              <a:buFont typeface="Amatic SC"/>
              <a:buNone/>
              <a:defRPr b="1">
                <a:latin typeface="Amatic SC"/>
                <a:ea typeface="Amatic SC"/>
                <a:cs typeface="Amatic SC"/>
                <a:sym typeface="Amatic SC"/>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Font typeface="Amatic SC"/>
              <a:buNone/>
              <a:defRPr b="1" sz="2400">
                <a:latin typeface="Amatic SC"/>
                <a:ea typeface="Amatic SC"/>
                <a:cs typeface="Amatic SC"/>
                <a:sym typeface="Amatic SC"/>
              </a:defRPr>
            </a:lvl1pPr>
            <a:lvl2pPr lvl="1">
              <a:spcBef>
                <a:spcPts val="0"/>
              </a:spcBef>
              <a:spcAft>
                <a:spcPts val="0"/>
              </a:spcAft>
              <a:buSzPts val="2400"/>
              <a:buFont typeface="Amatic SC"/>
              <a:buNone/>
              <a:defRPr b="1" sz="2400">
                <a:latin typeface="Amatic SC"/>
                <a:ea typeface="Amatic SC"/>
                <a:cs typeface="Amatic SC"/>
                <a:sym typeface="Amatic SC"/>
              </a:defRPr>
            </a:lvl2pPr>
            <a:lvl3pPr lvl="2">
              <a:spcBef>
                <a:spcPts val="0"/>
              </a:spcBef>
              <a:spcAft>
                <a:spcPts val="0"/>
              </a:spcAft>
              <a:buSzPts val="2400"/>
              <a:buFont typeface="Amatic SC"/>
              <a:buNone/>
              <a:defRPr b="1" sz="2400">
                <a:latin typeface="Amatic SC"/>
                <a:ea typeface="Amatic SC"/>
                <a:cs typeface="Amatic SC"/>
                <a:sym typeface="Amatic SC"/>
              </a:defRPr>
            </a:lvl3pPr>
            <a:lvl4pPr lvl="3">
              <a:spcBef>
                <a:spcPts val="0"/>
              </a:spcBef>
              <a:spcAft>
                <a:spcPts val="0"/>
              </a:spcAft>
              <a:buSzPts val="2400"/>
              <a:buFont typeface="Amatic SC"/>
              <a:buNone/>
              <a:defRPr b="1" sz="2400">
                <a:latin typeface="Amatic SC"/>
                <a:ea typeface="Amatic SC"/>
                <a:cs typeface="Amatic SC"/>
                <a:sym typeface="Amatic SC"/>
              </a:defRPr>
            </a:lvl4pPr>
            <a:lvl5pPr lvl="4">
              <a:spcBef>
                <a:spcPts val="0"/>
              </a:spcBef>
              <a:spcAft>
                <a:spcPts val="0"/>
              </a:spcAft>
              <a:buSzPts val="2400"/>
              <a:buFont typeface="Amatic SC"/>
              <a:buNone/>
              <a:defRPr b="1" sz="2400">
                <a:latin typeface="Amatic SC"/>
                <a:ea typeface="Amatic SC"/>
                <a:cs typeface="Amatic SC"/>
                <a:sym typeface="Amatic SC"/>
              </a:defRPr>
            </a:lvl5pPr>
            <a:lvl6pPr lvl="5">
              <a:spcBef>
                <a:spcPts val="0"/>
              </a:spcBef>
              <a:spcAft>
                <a:spcPts val="0"/>
              </a:spcAft>
              <a:buSzPts val="2400"/>
              <a:buFont typeface="Amatic SC"/>
              <a:buNone/>
              <a:defRPr b="1" sz="2400">
                <a:latin typeface="Amatic SC"/>
                <a:ea typeface="Amatic SC"/>
                <a:cs typeface="Amatic SC"/>
                <a:sym typeface="Amatic SC"/>
              </a:defRPr>
            </a:lvl6pPr>
            <a:lvl7pPr lvl="6">
              <a:spcBef>
                <a:spcPts val="0"/>
              </a:spcBef>
              <a:spcAft>
                <a:spcPts val="0"/>
              </a:spcAft>
              <a:buSzPts val="2400"/>
              <a:buFont typeface="Amatic SC"/>
              <a:buNone/>
              <a:defRPr b="1" sz="2400">
                <a:latin typeface="Amatic SC"/>
                <a:ea typeface="Amatic SC"/>
                <a:cs typeface="Amatic SC"/>
                <a:sym typeface="Amatic SC"/>
              </a:defRPr>
            </a:lvl7pPr>
            <a:lvl8pPr lvl="7">
              <a:spcBef>
                <a:spcPts val="0"/>
              </a:spcBef>
              <a:spcAft>
                <a:spcPts val="0"/>
              </a:spcAft>
              <a:buSzPts val="2400"/>
              <a:buFont typeface="Amatic SC"/>
              <a:buNone/>
              <a:defRPr b="1" sz="2400">
                <a:latin typeface="Amatic SC"/>
                <a:ea typeface="Amatic SC"/>
                <a:cs typeface="Amatic SC"/>
                <a:sym typeface="Amatic SC"/>
              </a:defRPr>
            </a:lvl8pPr>
            <a:lvl9pPr lvl="8">
              <a:spcBef>
                <a:spcPts val="0"/>
              </a:spcBef>
              <a:spcAft>
                <a:spcPts val="0"/>
              </a:spcAft>
              <a:buSzPts val="2400"/>
              <a:buFont typeface="Amatic SC"/>
              <a:buNone/>
              <a:defRPr b="1" sz="2400">
                <a:latin typeface="Amatic SC"/>
                <a:ea typeface="Amatic SC"/>
                <a:cs typeface="Amatic SC"/>
                <a:sym typeface="Amatic SC"/>
              </a:defRPr>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Lato"/>
              <a:buChar char="●"/>
              <a:defRPr sz="12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6D9EEB"/>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Amatic SC"/>
              <a:buNone/>
              <a:defRPr b="1" sz="5400">
                <a:solidFill>
                  <a:schemeClr val="lt1"/>
                </a:solidFill>
                <a:latin typeface="Amatic SC"/>
                <a:ea typeface="Amatic SC"/>
                <a:cs typeface="Amatic SC"/>
                <a:sym typeface="Amatic SC"/>
              </a:defRPr>
            </a:lvl1pPr>
            <a:lvl2pPr lvl="1">
              <a:spcBef>
                <a:spcPts val="0"/>
              </a:spcBef>
              <a:spcAft>
                <a:spcPts val="0"/>
              </a:spcAft>
              <a:buClr>
                <a:schemeClr val="lt1"/>
              </a:buClr>
              <a:buSzPts val="5400"/>
              <a:buFont typeface="Amatic SC"/>
              <a:buNone/>
              <a:defRPr b="1" sz="5400">
                <a:solidFill>
                  <a:schemeClr val="lt1"/>
                </a:solidFill>
                <a:latin typeface="Amatic SC"/>
                <a:ea typeface="Amatic SC"/>
                <a:cs typeface="Amatic SC"/>
                <a:sym typeface="Amatic SC"/>
              </a:defRPr>
            </a:lvl2pPr>
            <a:lvl3pPr lvl="2">
              <a:spcBef>
                <a:spcPts val="0"/>
              </a:spcBef>
              <a:spcAft>
                <a:spcPts val="0"/>
              </a:spcAft>
              <a:buClr>
                <a:schemeClr val="lt1"/>
              </a:buClr>
              <a:buSzPts val="5400"/>
              <a:buFont typeface="Amatic SC"/>
              <a:buNone/>
              <a:defRPr b="1" sz="5400">
                <a:solidFill>
                  <a:schemeClr val="lt1"/>
                </a:solidFill>
                <a:latin typeface="Amatic SC"/>
                <a:ea typeface="Amatic SC"/>
                <a:cs typeface="Amatic SC"/>
                <a:sym typeface="Amatic SC"/>
              </a:defRPr>
            </a:lvl3pPr>
            <a:lvl4pPr lvl="3">
              <a:spcBef>
                <a:spcPts val="0"/>
              </a:spcBef>
              <a:spcAft>
                <a:spcPts val="0"/>
              </a:spcAft>
              <a:buClr>
                <a:schemeClr val="lt1"/>
              </a:buClr>
              <a:buSzPts val="5400"/>
              <a:buFont typeface="Amatic SC"/>
              <a:buNone/>
              <a:defRPr b="1" sz="5400">
                <a:solidFill>
                  <a:schemeClr val="lt1"/>
                </a:solidFill>
                <a:latin typeface="Amatic SC"/>
                <a:ea typeface="Amatic SC"/>
                <a:cs typeface="Amatic SC"/>
                <a:sym typeface="Amatic SC"/>
              </a:defRPr>
            </a:lvl4pPr>
            <a:lvl5pPr lvl="4">
              <a:spcBef>
                <a:spcPts val="0"/>
              </a:spcBef>
              <a:spcAft>
                <a:spcPts val="0"/>
              </a:spcAft>
              <a:buClr>
                <a:schemeClr val="lt1"/>
              </a:buClr>
              <a:buSzPts val="5400"/>
              <a:buFont typeface="Amatic SC"/>
              <a:buNone/>
              <a:defRPr b="1" sz="5400">
                <a:solidFill>
                  <a:schemeClr val="lt1"/>
                </a:solidFill>
                <a:latin typeface="Amatic SC"/>
                <a:ea typeface="Amatic SC"/>
                <a:cs typeface="Amatic SC"/>
                <a:sym typeface="Amatic SC"/>
              </a:defRPr>
            </a:lvl5pPr>
            <a:lvl6pPr lvl="5">
              <a:spcBef>
                <a:spcPts val="0"/>
              </a:spcBef>
              <a:spcAft>
                <a:spcPts val="0"/>
              </a:spcAft>
              <a:buClr>
                <a:schemeClr val="lt1"/>
              </a:buClr>
              <a:buSzPts val="5400"/>
              <a:buFont typeface="Amatic SC"/>
              <a:buNone/>
              <a:defRPr b="1" sz="5400">
                <a:solidFill>
                  <a:schemeClr val="lt1"/>
                </a:solidFill>
                <a:latin typeface="Amatic SC"/>
                <a:ea typeface="Amatic SC"/>
                <a:cs typeface="Amatic SC"/>
                <a:sym typeface="Amatic SC"/>
              </a:defRPr>
            </a:lvl6pPr>
            <a:lvl7pPr lvl="6">
              <a:spcBef>
                <a:spcPts val="0"/>
              </a:spcBef>
              <a:spcAft>
                <a:spcPts val="0"/>
              </a:spcAft>
              <a:buClr>
                <a:schemeClr val="lt1"/>
              </a:buClr>
              <a:buSzPts val="5400"/>
              <a:buFont typeface="Amatic SC"/>
              <a:buNone/>
              <a:defRPr b="1" sz="5400">
                <a:solidFill>
                  <a:schemeClr val="lt1"/>
                </a:solidFill>
                <a:latin typeface="Amatic SC"/>
                <a:ea typeface="Amatic SC"/>
                <a:cs typeface="Amatic SC"/>
                <a:sym typeface="Amatic SC"/>
              </a:defRPr>
            </a:lvl7pPr>
            <a:lvl8pPr lvl="7">
              <a:spcBef>
                <a:spcPts val="0"/>
              </a:spcBef>
              <a:spcAft>
                <a:spcPts val="0"/>
              </a:spcAft>
              <a:buClr>
                <a:schemeClr val="lt1"/>
              </a:buClr>
              <a:buSzPts val="5400"/>
              <a:buFont typeface="Amatic SC"/>
              <a:buNone/>
              <a:defRPr b="1" sz="5400">
                <a:solidFill>
                  <a:schemeClr val="lt1"/>
                </a:solidFill>
                <a:latin typeface="Amatic SC"/>
                <a:ea typeface="Amatic SC"/>
                <a:cs typeface="Amatic SC"/>
                <a:sym typeface="Amatic SC"/>
              </a:defRPr>
            </a:lvl8pPr>
            <a:lvl9pPr lvl="8">
              <a:spcBef>
                <a:spcPts val="0"/>
              </a:spcBef>
              <a:spcAft>
                <a:spcPts val="0"/>
              </a:spcAft>
              <a:buClr>
                <a:schemeClr val="lt1"/>
              </a:buClr>
              <a:buSzPts val="5400"/>
              <a:buFont typeface="Amatic SC"/>
              <a:buNone/>
              <a:defRPr b="1" sz="5400">
                <a:solidFill>
                  <a:schemeClr val="lt1"/>
                </a:solidFill>
                <a:latin typeface="Amatic SC"/>
                <a:ea typeface="Amatic SC"/>
                <a:cs typeface="Amatic SC"/>
                <a:sym typeface="Amatic SC"/>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rgbClr val="6D9EEB"/>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rgbClr val="6D9EEB"/>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Font typeface="Amatic SC"/>
              <a:buNone/>
              <a:defRPr b="1" sz="4600">
                <a:solidFill>
                  <a:schemeClr val="lt1"/>
                </a:solidFill>
                <a:latin typeface="Amatic SC"/>
                <a:ea typeface="Amatic SC"/>
                <a:cs typeface="Amatic SC"/>
                <a:sym typeface="Amatic SC"/>
              </a:defRPr>
            </a:lvl1pPr>
            <a:lvl2pPr lvl="1" algn="ctr">
              <a:spcBef>
                <a:spcPts val="0"/>
              </a:spcBef>
              <a:spcAft>
                <a:spcPts val="0"/>
              </a:spcAft>
              <a:buClr>
                <a:schemeClr val="lt1"/>
              </a:buClr>
              <a:buSzPts val="4600"/>
              <a:buFont typeface="Amatic SC"/>
              <a:buNone/>
              <a:defRPr b="1" sz="4600">
                <a:solidFill>
                  <a:schemeClr val="lt1"/>
                </a:solidFill>
                <a:latin typeface="Amatic SC"/>
                <a:ea typeface="Amatic SC"/>
                <a:cs typeface="Amatic SC"/>
                <a:sym typeface="Amatic SC"/>
              </a:defRPr>
            </a:lvl2pPr>
            <a:lvl3pPr lvl="2" algn="ctr">
              <a:spcBef>
                <a:spcPts val="0"/>
              </a:spcBef>
              <a:spcAft>
                <a:spcPts val="0"/>
              </a:spcAft>
              <a:buClr>
                <a:schemeClr val="lt1"/>
              </a:buClr>
              <a:buSzPts val="4600"/>
              <a:buFont typeface="Amatic SC"/>
              <a:buNone/>
              <a:defRPr b="1" sz="4600">
                <a:solidFill>
                  <a:schemeClr val="lt1"/>
                </a:solidFill>
                <a:latin typeface="Amatic SC"/>
                <a:ea typeface="Amatic SC"/>
                <a:cs typeface="Amatic SC"/>
                <a:sym typeface="Amatic SC"/>
              </a:defRPr>
            </a:lvl3pPr>
            <a:lvl4pPr lvl="3" algn="ctr">
              <a:spcBef>
                <a:spcPts val="0"/>
              </a:spcBef>
              <a:spcAft>
                <a:spcPts val="0"/>
              </a:spcAft>
              <a:buClr>
                <a:schemeClr val="lt1"/>
              </a:buClr>
              <a:buSzPts val="4600"/>
              <a:buFont typeface="Amatic SC"/>
              <a:buNone/>
              <a:defRPr b="1" sz="4600">
                <a:solidFill>
                  <a:schemeClr val="lt1"/>
                </a:solidFill>
                <a:latin typeface="Amatic SC"/>
                <a:ea typeface="Amatic SC"/>
                <a:cs typeface="Amatic SC"/>
                <a:sym typeface="Amatic SC"/>
              </a:defRPr>
            </a:lvl4pPr>
            <a:lvl5pPr lvl="4" algn="ctr">
              <a:spcBef>
                <a:spcPts val="0"/>
              </a:spcBef>
              <a:spcAft>
                <a:spcPts val="0"/>
              </a:spcAft>
              <a:buClr>
                <a:schemeClr val="lt1"/>
              </a:buClr>
              <a:buSzPts val="4600"/>
              <a:buFont typeface="Amatic SC"/>
              <a:buNone/>
              <a:defRPr b="1" sz="4600">
                <a:solidFill>
                  <a:schemeClr val="lt1"/>
                </a:solidFill>
                <a:latin typeface="Amatic SC"/>
                <a:ea typeface="Amatic SC"/>
                <a:cs typeface="Amatic SC"/>
                <a:sym typeface="Amatic SC"/>
              </a:defRPr>
            </a:lvl5pPr>
            <a:lvl6pPr lvl="5" algn="ctr">
              <a:spcBef>
                <a:spcPts val="0"/>
              </a:spcBef>
              <a:spcAft>
                <a:spcPts val="0"/>
              </a:spcAft>
              <a:buClr>
                <a:schemeClr val="lt1"/>
              </a:buClr>
              <a:buSzPts val="4600"/>
              <a:buFont typeface="Amatic SC"/>
              <a:buNone/>
              <a:defRPr b="1" sz="4600">
                <a:solidFill>
                  <a:schemeClr val="lt1"/>
                </a:solidFill>
                <a:latin typeface="Amatic SC"/>
                <a:ea typeface="Amatic SC"/>
                <a:cs typeface="Amatic SC"/>
                <a:sym typeface="Amatic SC"/>
              </a:defRPr>
            </a:lvl6pPr>
            <a:lvl7pPr lvl="6" algn="ctr">
              <a:spcBef>
                <a:spcPts val="0"/>
              </a:spcBef>
              <a:spcAft>
                <a:spcPts val="0"/>
              </a:spcAft>
              <a:buClr>
                <a:schemeClr val="lt1"/>
              </a:buClr>
              <a:buSzPts val="4600"/>
              <a:buFont typeface="Amatic SC"/>
              <a:buNone/>
              <a:defRPr b="1" sz="4600">
                <a:solidFill>
                  <a:schemeClr val="lt1"/>
                </a:solidFill>
                <a:latin typeface="Amatic SC"/>
                <a:ea typeface="Amatic SC"/>
                <a:cs typeface="Amatic SC"/>
                <a:sym typeface="Amatic SC"/>
              </a:defRPr>
            </a:lvl7pPr>
            <a:lvl8pPr lvl="7" algn="ctr">
              <a:spcBef>
                <a:spcPts val="0"/>
              </a:spcBef>
              <a:spcAft>
                <a:spcPts val="0"/>
              </a:spcAft>
              <a:buClr>
                <a:schemeClr val="lt1"/>
              </a:buClr>
              <a:buSzPts val="4600"/>
              <a:buFont typeface="Amatic SC"/>
              <a:buNone/>
              <a:defRPr b="1" sz="4600">
                <a:solidFill>
                  <a:schemeClr val="lt1"/>
                </a:solidFill>
                <a:latin typeface="Amatic SC"/>
                <a:ea typeface="Amatic SC"/>
                <a:cs typeface="Amatic SC"/>
                <a:sym typeface="Amatic SC"/>
              </a:defRPr>
            </a:lvl8pPr>
            <a:lvl9pPr lvl="8" algn="ctr">
              <a:spcBef>
                <a:spcPts val="0"/>
              </a:spcBef>
              <a:spcAft>
                <a:spcPts val="0"/>
              </a:spcAft>
              <a:buClr>
                <a:schemeClr val="lt1"/>
              </a:buClr>
              <a:buSzPts val="4600"/>
              <a:buFont typeface="Amatic SC"/>
              <a:buNone/>
              <a:defRPr b="1" sz="4600">
                <a:solidFill>
                  <a:schemeClr val="lt1"/>
                </a:solidFill>
                <a:latin typeface="Amatic SC"/>
                <a:ea typeface="Amatic SC"/>
                <a:cs typeface="Amatic SC"/>
                <a:sym typeface="Amatic SC"/>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800"/>
              <a:buFont typeface="Lato"/>
              <a:buNone/>
              <a:defRPr>
                <a:solidFill>
                  <a:schemeClr val="lt1"/>
                </a:solidFill>
                <a:latin typeface="Lato"/>
                <a:ea typeface="Lato"/>
                <a:cs typeface="Lato"/>
                <a:sym typeface="Lato"/>
              </a:defRPr>
            </a:lvl1pPr>
            <a:lvl2pPr lvl="1" algn="ctr">
              <a:lnSpc>
                <a:spcPct val="100000"/>
              </a:lnSpc>
              <a:spcBef>
                <a:spcPts val="0"/>
              </a:spcBef>
              <a:spcAft>
                <a:spcPts val="0"/>
              </a:spcAft>
              <a:buClr>
                <a:schemeClr val="lt1"/>
              </a:buClr>
              <a:buSzPts val="1800"/>
              <a:buFont typeface="Lato"/>
              <a:buNone/>
              <a:defRPr sz="1800">
                <a:solidFill>
                  <a:schemeClr val="lt1"/>
                </a:solidFill>
                <a:latin typeface="Lato"/>
                <a:ea typeface="Lato"/>
                <a:cs typeface="Lato"/>
                <a:sym typeface="Lato"/>
              </a:defRPr>
            </a:lvl2pPr>
            <a:lvl3pPr lvl="2" algn="ctr">
              <a:lnSpc>
                <a:spcPct val="100000"/>
              </a:lnSpc>
              <a:spcBef>
                <a:spcPts val="0"/>
              </a:spcBef>
              <a:spcAft>
                <a:spcPts val="0"/>
              </a:spcAft>
              <a:buClr>
                <a:schemeClr val="lt1"/>
              </a:buClr>
              <a:buSzPts val="1800"/>
              <a:buFont typeface="Lato"/>
              <a:buNone/>
              <a:defRPr sz="1800">
                <a:solidFill>
                  <a:schemeClr val="lt1"/>
                </a:solidFill>
                <a:latin typeface="Lato"/>
                <a:ea typeface="Lato"/>
                <a:cs typeface="Lato"/>
                <a:sym typeface="Lato"/>
              </a:defRPr>
            </a:lvl3pPr>
            <a:lvl4pPr lvl="3" algn="ctr">
              <a:lnSpc>
                <a:spcPct val="100000"/>
              </a:lnSpc>
              <a:spcBef>
                <a:spcPts val="0"/>
              </a:spcBef>
              <a:spcAft>
                <a:spcPts val="0"/>
              </a:spcAft>
              <a:buClr>
                <a:schemeClr val="lt1"/>
              </a:buClr>
              <a:buSzPts val="1800"/>
              <a:buFont typeface="Lato"/>
              <a:buNone/>
              <a:defRPr sz="1800">
                <a:solidFill>
                  <a:schemeClr val="lt1"/>
                </a:solidFill>
                <a:latin typeface="Lato"/>
                <a:ea typeface="Lato"/>
                <a:cs typeface="Lato"/>
                <a:sym typeface="Lato"/>
              </a:defRPr>
            </a:lvl4pPr>
            <a:lvl5pPr lvl="4" algn="ctr">
              <a:lnSpc>
                <a:spcPct val="100000"/>
              </a:lnSpc>
              <a:spcBef>
                <a:spcPts val="0"/>
              </a:spcBef>
              <a:spcAft>
                <a:spcPts val="0"/>
              </a:spcAft>
              <a:buClr>
                <a:schemeClr val="lt1"/>
              </a:buClr>
              <a:buSzPts val="1800"/>
              <a:buFont typeface="Lato"/>
              <a:buNone/>
              <a:defRPr sz="1800">
                <a:solidFill>
                  <a:schemeClr val="lt1"/>
                </a:solidFill>
                <a:latin typeface="Lato"/>
                <a:ea typeface="Lato"/>
                <a:cs typeface="Lato"/>
                <a:sym typeface="Lato"/>
              </a:defRPr>
            </a:lvl5pPr>
            <a:lvl6pPr lvl="5" algn="ctr">
              <a:lnSpc>
                <a:spcPct val="100000"/>
              </a:lnSpc>
              <a:spcBef>
                <a:spcPts val="0"/>
              </a:spcBef>
              <a:spcAft>
                <a:spcPts val="0"/>
              </a:spcAft>
              <a:buClr>
                <a:schemeClr val="lt1"/>
              </a:buClr>
              <a:buSzPts val="1800"/>
              <a:buFont typeface="Lato"/>
              <a:buNone/>
              <a:defRPr sz="1800">
                <a:solidFill>
                  <a:schemeClr val="lt1"/>
                </a:solidFill>
                <a:latin typeface="Lato"/>
                <a:ea typeface="Lato"/>
                <a:cs typeface="Lato"/>
                <a:sym typeface="Lato"/>
              </a:defRPr>
            </a:lvl6pPr>
            <a:lvl7pPr lvl="6" algn="ctr">
              <a:lnSpc>
                <a:spcPct val="100000"/>
              </a:lnSpc>
              <a:spcBef>
                <a:spcPts val="0"/>
              </a:spcBef>
              <a:spcAft>
                <a:spcPts val="0"/>
              </a:spcAft>
              <a:buClr>
                <a:schemeClr val="lt1"/>
              </a:buClr>
              <a:buSzPts val="1800"/>
              <a:buFont typeface="Lato"/>
              <a:buNone/>
              <a:defRPr sz="1800">
                <a:solidFill>
                  <a:schemeClr val="lt1"/>
                </a:solidFill>
                <a:latin typeface="Lato"/>
                <a:ea typeface="Lato"/>
                <a:cs typeface="Lato"/>
                <a:sym typeface="Lato"/>
              </a:defRPr>
            </a:lvl7pPr>
            <a:lvl8pPr lvl="7" algn="ctr">
              <a:lnSpc>
                <a:spcPct val="100000"/>
              </a:lnSpc>
              <a:spcBef>
                <a:spcPts val="0"/>
              </a:spcBef>
              <a:spcAft>
                <a:spcPts val="0"/>
              </a:spcAft>
              <a:buClr>
                <a:schemeClr val="lt1"/>
              </a:buClr>
              <a:buSzPts val="1800"/>
              <a:buFont typeface="Lato"/>
              <a:buNone/>
              <a:defRPr sz="1800">
                <a:solidFill>
                  <a:schemeClr val="lt1"/>
                </a:solidFill>
                <a:latin typeface="Lato"/>
                <a:ea typeface="Lato"/>
                <a:cs typeface="Lato"/>
                <a:sym typeface="Lato"/>
              </a:defRPr>
            </a:lvl8pPr>
            <a:lvl9pPr lvl="8" algn="ctr">
              <a:lnSpc>
                <a:spcPct val="100000"/>
              </a:lnSpc>
              <a:spcBef>
                <a:spcPts val="0"/>
              </a:spcBef>
              <a:spcAft>
                <a:spcPts val="0"/>
              </a:spcAft>
              <a:buClr>
                <a:schemeClr val="lt1"/>
              </a:buClr>
              <a:buSzPts val="1800"/>
              <a:buFont typeface="Lato"/>
              <a:buNone/>
              <a:defRPr sz="1800">
                <a:solidFill>
                  <a:schemeClr val="lt1"/>
                </a:solidFill>
                <a:latin typeface="Lato"/>
                <a:ea typeface="Lato"/>
                <a:cs typeface="Lato"/>
                <a:sym typeface="Lato"/>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Font typeface="Lato"/>
              <a:buChar char="●"/>
              <a:defRPr>
                <a:latin typeface="Lato"/>
                <a:ea typeface="Lato"/>
                <a:cs typeface="Lato"/>
                <a:sym typeface="Lato"/>
              </a:defRPr>
            </a:lvl1pPr>
            <a:lvl2pPr indent="-317500" lvl="1" marL="914400">
              <a:spcBef>
                <a:spcPts val="0"/>
              </a:spcBef>
              <a:spcAft>
                <a:spcPts val="0"/>
              </a:spcAft>
              <a:buSzPts val="1400"/>
              <a:buFont typeface="Lato"/>
              <a:buChar char="○"/>
              <a:defRPr>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Amatic SC"/>
              <a:buNone/>
              <a:defRPr b="1" sz="2100">
                <a:latin typeface="Amatic SC"/>
                <a:ea typeface="Amatic SC"/>
                <a:cs typeface="Amatic SC"/>
                <a:sym typeface="Amatic SC"/>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Font typeface="Amatic SC"/>
              <a:buNone/>
              <a:defRPr b="1" sz="12000">
                <a:latin typeface="Amatic SC"/>
                <a:ea typeface="Amatic SC"/>
                <a:cs typeface="Amatic SC"/>
                <a:sym typeface="Amatic SC"/>
              </a:defRPr>
            </a:lvl1pPr>
            <a:lvl2pPr lvl="1">
              <a:spcBef>
                <a:spcPts val="0"/>
              </a:spcBef>
              <a:spcAft>
                <a:spcPts val="0"/>
              </a:spcAft>
              <a:buSzPts val="12000"/>
              <a:buFont typeface="Amatic SC"/>
              <a:buNone/>
              <a:defRPr b="1" sz="12000">
                <a:latin typeface="Amatic SC"/>
                <a:ea typeface="Amatic SC"/>
                <a:cs typeface="Amatic SC"/>
                <a:sym typeface="Amatic SC"/>
              </a:defRPr>
            </a:lvl2pPr>
            <a:lvl3pPr lvl="2">
              <a:spcBef>
                <a:spcPts val="0"/>
              </a:spcBef>
              <a:spcAft>
                <a:spcPts val="0"/>
              </a:spcAft>
              <a:buSzPts val="12000"/>
              <a:buFont typeface="Amatic SC"/>
              <a:buNone/>
              <a:defRPr b="1" sz="12000">
                <a:latin typeface="Amatic SC"/>
                <a:ea typeface="Amatic SC"/>
                <a:cs typeface="Amatic SC"/>
                <a:sym typeface="Amatic SC"/>
              </a:defRPr>
            </a:lvl3pPr>
            <a:lvl4pPr lvl="3">
              <a:spcBef>
                <a:spcPts val="0"/>
              </a:spcBef>
              <a:spcAft>
                <a:spcPts val="0"/>
              </a:spcAft>
              <a:buSzPts val="12000"/>
              <a:buFont typeface="Amatic SC"/>
              <a:buNone/>
              <a:defRPr b="1" sz="12000">
                <a:latin typeface="Amatic SC"/>
                <a:ea typeface="Amatic SC"/>
                <a:cs typeface="Amatic SC"/>
                <a:sym typeface="Amatic SC"/>
              </a:defRPr>
            </a:lvl4pPr>
            <a:lvl5pPr lvl="4">
              <a:spcBef>
                <a:spcPts val="0"/>
              </a:spcBef>
              <a:spcAft>
                <a:spcPts val="0"/>
              </a:spcAft>
              <a:buSzPts val="12000"/>
              <a:buFont typeface="Amatic SC"/>
              <a:buNone/>
              <a:defRPr b="1" sz="12000">
                <a:latin typeface="Amatic SC"/>
                <a:ea typeface="Amatic SC"/>
                <a:cs typeface="Amatic SC"/>
                <a:sym typeface="Amatic SC"/>
              </a:defRPr>
            </a:lvl5pPr>
            <a:lvl6pPr lvl="5">
              <a:spcBef>
                <a:spcPts val="0"/>
              </a:spcBef>
              <a:spcAft>
                <a:spcPts val="0"/>
              </a:spcAft>
              <a:buSzPts val="12000"/>
              <a:buFont typeface="Amatic SC"/>
              <a:buNone/>
              <a:defRPr b="1" sz="12000">
                <a:latin typeface="Amatic SC"/>
                <a:ea typeface="Amatic SC"/>
                <a:cs typeface="Amatic SC"/>
                <a:sym typeface="Amatic SC"/>
              </a:defRPr>
            </a:lvl6pPr>
            <a:lvl7pPr lvl="6">
              <a:spcBef>
                <a:spcPts val="0"/>
              </a:spcBef>
              <a:spcAft>
                <a:spcPts val="0"/>
              </a:spcAft>
              <a:buSzPts val="12000"/>
              <a:buFont typeface="Amatic SC"/>
              <a:buNone/>
              <a:defRPr b="1" sz="12000">
                <a:latin typeface="Amatic SC"/>
                <a:ea typeface="Amatic SC"/>
                <a:cs typeface="Amatic SC"/>
                <a:sym typeface="Amatic SC"/>
              </a:defRPr>
            </a:lvl7pPr>
            <a:lvl8pPr lvl="7">
              <a:spcBef>
                <a:spcPts val="0"/>
              </a:spcBef>
              <a:spcAft>
                <a:spcPts val="0"/>
              </a:spcAft>
              <a:buSzPts val="12000"/>
              <a:buFont typeface="Amatic SC"/>
              <a:buNone/>
              <a:defRPr b="1" sz="12000">
                <a:latin typeface="Amatic SC"/>
                <a:ea typeface="Amatic SC"/>
                <a:cs typeface="Amatic SC"/>
                <a:sym typeface="Amatic SC"/>
              </a:defRPr>
            </a:lvl8pPr>
            <a:lvl9pPr lvl="8">
              <a:spcBef>
                <a:spcPts val="0"/>
              </a:spcBef>
              <a:spcAft>
                <a:spcPts val="0"/>
              </a:spcAft>
              <a:buSzPts val="12000"/>
              <a:buFont typeface="Amatic SC"/>
              <a:buNone/>
              <a:defRPr b="1" sz="12000">
                <a:latin typeface="Amatic SC"/>
                <a:ea typeface="Amatic SC"/>
                <a:cs typeface="Amatic SC"/>
                <a:sym typeface="Amatic SC"/>
              </a:defRPr>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Lato"/>
              <a:buChar char="●"/>
              <a:defRPr>
                <a:latin typeface="Lato"/>
                <a:ea typeface="Lato"/>
                <a:cs typeface="Lato"/>
                <a:sym typeface="Lato"/>
              </a:defRPr>
            </a:lvl1pPr>
            <a:lvl2pPr indent="-317500" lvl="1" marL="914400">
              <a:spcBef>
                <a:spcPts val="0"/>
              </a:spcBef>
              <a:spcAft>
                <a:spcPts val="0"/>
              </a:spcAft>
              <a:buSzPts val="1400"/>
              <a:buFont typeface="Lato"/>
              <a:buChar char="○"/>
              <a:defRPr>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docs.google.com/document/d/16HtTeFVmSSuh0M-oLnXh_g3q2yPZb1xd/edit?usp=sharing&amp;ouid=104463973852691713492&amp;rtpof=true&amp;sd=true" TargetMode="External"/><Relationship Id="rId4" Type="http://schemas.openxmlformats.org/officeDocument/2006/relationships/hyperlink" Target="https://medi-minder-landing-page-v4.lovable.app/" TargetMode="External"/><Relationship Id="rId5" Type="http://schemas.openxmlformats.org/officeDocument/2006/relationships/hyperlink" Target="https://www.figma.com/make/nSu2AWU4jkFIN2jceWw067/HIPAA-Compliant-Telehealth-App-Mockup?node-id=0-1&amp;p=f&amp;t=hYP71rIJuOaqrCJ4-0&amp;fullscreen=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hyperlink" Target="https://medi-minder-landing-page-v4.lovable.app/app" TargetMode="External"/><Relationship Id="rId6" Type="http://schemas.openxmlformats.org/officeDocument/2006/relationships/hyperlink" Target="https://medi-minder-landing-page-v4.lovable.app/caregiver-app"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hyperlink" Target="https://medi-minder-landing-page-v4.lovable.app/app" TargetMode="External"/><Relationship Id="rId4" Type="http://schemas.openxmlformats.org/officeDocument/2006/relationships/image" Target="../media/image8.png"/><Relationship Id="rId5"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hyperlink" Target="https://medi-minder-landing-page-v4.lovable.app/app" TargetMode="Externa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hyperlink" Target="https://medi-minder-landing-page-v4.lovable.app/caregiver-app"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hyperlink" Target="https://medi-minder-landing-page-v4.lovable.app/app" TargetMode="External"/><Relationship Id="rId4" Type="http://schemas.openxmlformats.org/officeDocument/2006/relationships/hyperlink" Target="https://medi-minder-landing-page-v4.lovable.app/caregiver-app" TargetMode="External"/><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MediMinder</a:t>
            </a:r>
            <a:endParaRPr/>
          </a:p>
        </p:txBody>
      </p:sp>
      <p:sp>
        <p:nvSpPr>
          <p:cNvPr id="63" name="Google Shape;63;p13"/>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Design Critiques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Goal</a:t>
            </a:r>
            <a:endParaRPr/>
          </a:p>
        </p:txBody>
      </p:sp>
      <p:sp>
        <p:nvSpPr>
          <p:cNvPr id="69" name="Google Shape;69;p14"/>
          <p:cNvSpPr txBox="1"/>
          <p:nvPr>
            <p:ph idx="1" type="body"/>
          </p:nvPr>
        </p:nvSpPr>
        <p:spPr>
          <a:xfrm>
            <a:off x="311700" y="1468825"/>
            <a:ext cx="3999900" cy="3099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Cromwell’s Landing Page</a:t>
            </a:r>
            <a:endParaRPr/>
          </a:p>
          <a:p>
            <a:pPr indent="0" lvl="0" marL="0" rtl="0" algn="ctr">
              <a:spcBef>
                <a:spcPts val="1200"/>
              </a:spcBef>
              <a:spcAft>
                <a:spcPts val="1200"/>
              </a:spcAft>
              <a:buNone/>
            </a:pPr>
            <a:r>
              <a:t/>
            </a:r>
            <a:endParaRPr/>
          </a:p>
        </p:txBody>
      </p:sp>
      <p:sp>
        <p:nvSpPr>
          <p:cNvPr id="70" name="Google Shape;70;p14"/>
          <p:cNvSpPr txBox="1"/>
          <p:nvPr>
            <p:ph idx="2" type="body"/>
          </p:nvPr>
        </p:nvSpPr>
        <p:spPr>
          <a:xfrm>
            <a:off x="4832400" y="1468825"/>
            <a:ext cx="3999900" cy="3099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Victor’s Patient &amp; Caregiver Dashboards</a:t>
            </a:r>
            <a:endParaRPr/>
          </a:p>
          <a:p>
            <a:pPr indent="0" lvl="0" marL="0" rtl="0" algn="ctr">
              <a:spcBef>
                <a:spcPts val="1200"/>
              </a:spcBef>
              <a:spcAft>
                <a:spcPts val="1200"/>
              </a:spcAft>
              <a:buNone/>
            </a:pPr>
            <a:r>
              <a:t/>
            </a:r>
            <a:endParaRPr/>
          </a:p>
        </p:txBody>
      </p:sp>
      <p:pic>
        <p:nvPicPr>
          <p:cNvPr id="71" name="Google Shape;71;p14" title="Screenshot 2025-10-14 093646.png"/>
          <p:cNvPicPr preferRelativeResize="0"/>
          <p:nvPr/>
        </p:nvPicPr>
        <p:blipFill>
          <a:blip r:embed="rId3">
            <a:alphaModFix/>
          </a:blip>
          <a:stretch>
            <a:fillRect/>
          </a:stretch>
        </p:blipFill>
        <p:spPr>
          <a:xfrm>
            <a:off x="311700" y="1468816"/>
            <a:ext cx="3999902" cy="2249934"/>
          </a:xfrm>
          <a:prstGeom prst="rect">
            <a:avLst/>
          </a:prstGeom>
          <a:noFill/>
          <a:ln>
            <a:noFill/>
          </a:ln>
          <a:effectLst>
            <a:outerShdw blurRad="57150" rotWithShape="0" algn="bl" dir="5400000" dist="19050">
              <a:srgbClr val="000000">
                <a:alpha val="50000"/>
              </a:srgbClr>
            </a:outerShdw>
          </a:effectLst>
        </p:spPr>
      </p:pic>
      <p:pic>
        <p:nvPicPr>
          <p:cNvPr id="72" name="Google Shape;72;p14" title="Screenshot 2025-10-14 093631.png"/>
          <p:cNvPicPr preferRelativeResize="0"/>
          <p:nvPr/>
        </p:nvPicPr>
        <p:blipFill>
          <a:blip r:embed="rId4">
            <a:alphaModFix/>
          </a:blip>
          <a:stretch>
            <a:fillRect/>
          </a:stretch>
        </p:blipFill>
        <p:spPr>
          <a:xfrm>
            <a:off x="4832407" y="1468813"/>
            <a:ext cx="3355229" cy="1887316"/>
          </a:xfrm>
          <a:prstGeom prst="rect">
            <a:avLst/>
          </a:prstGeom>
          <a:noFill/>
          <a:ln>
            <a:noFill/>
          </a:ln>
          <a:effectLst>
            <a:outerShdw blurRad="47939" rotWithShape="0" algn="bl" dir="5400000" dist="15980">
              <a:srgbClr val="000000">
                <a:alpha val="50000"/>
              </a:srgbClr>
            </a:outerShdw>
          </a:effectLst>
        </p:spPr>
      </p:pic>
      <p:pic>
        <p:nvPicPr>
          <p:cNvPr id="73" name="Google Shape;73;p14" title="Screenshot 2025-10-14 093608.png"/>
          <p:cNvPicPr preferRelativeResize="0"/>
          <p:nvPr/>
        </p:nvPicPr>
        <p:blipFill>
          <a:blip r:embed="rId5">
            <a:alphaModFix/>
          </a:blip>
          <a:stretch>
            <a:fillRect/>
          </a:stretch>
        </p:blipFill>
        <p:spPr>
          <a:xfrm>
            <a:off x="5477073" y="1831444"/>
            <a:ext cx="3355229" cy="1887316"/>
          </a:xfrm>
          <a:prstGeom prst="rect">
            <a:avLst/>
          </a:prstGeom>
          <a:noFill/>
          <a:ln>
            <a:noFill/>
          </a:ln>
          <a:effectLst>
            <a:outerShdw blurRad="47939" rotWithShape="0" algn="bl" dir="5400000" dist="15980">
              <a:srgbClr val="000000">
                <a:alpha val="50000"/>
              </a:srgbClr>
            </a:outerShdw>
          </a:effectLst>
        </p:spPr>
      </p:pic>
      <p:sp>
        <p:nvSpPr>
          <p:cNvPr id="74" name="Google Shape;74;p14"/>
          <p:cNvSpPr txBox="1"/>
          <p:nvPr/>
        </p:nvSpPr>
        <p:spPr>
          <a:xfrm>
            <a:off x="4311600" y="2340900"/>
            <a:ext cx="520800" cy="46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Lato"/>
                <a:ea typeface="Lato"/>
                <a:cs typeface="Lato"/>
                <a:sym typeface="Lato"/>
              </a:rPr>
              <a:t>+</a:t>
            </a:r>
            <a:endParaRPr sz="1800">
              <a:solidFill>
                <a:schemeClr val="dk2"/>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Landing Page 🟢</a:t>
            </a:r>
            <a:endParaRPr/>
          </a:p>
        </p:txBody>
      </p:sp>
      <p:sp>
        <p:nvSpPr>
          <p:cNvPr id="80" name="Google Shape;80;p15"/>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
              <a:t>Use Cromwell’s design</a:t>
            </a:r>
            <a:endParaRPr/>
          </a:p>
        </p:txBody>
      </p:sp>
      <p:pic>
        <p:nvPicPr>
          <p:cNvPr id="81" name="Google Shape;81;p15" title="Screenshot 2025-10-12 211223.png"/>
          <p:cNvPicPr preferRelativeResize="0"/>
          <p:nvPr/>
        </p:nvPicPr>
        <p:blipFill>
          <a:blip r:embed="rId3">
            <a:alphaModFix/>
          </a:blip>
          <a:stretch>
            <a:fillRect/>
          </a:stretch>
        </p:blipFill>
        <p:spPr>
          <a:xfrm>
            <a:off x="3508900" y="1096350"/>
            <a:ext cx="5245901" cy="2950822"/>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Onboarding &amp; Sign-In 🟢</a:t>
            </a:r>
            <a:endParaRPr/>
          </a:p>
        </p:txBody>
      </p:sp>
      <p:sp>
        <p:nvSpPr>
          <p:cNvPr id="87" name="Google Shape;87;p16"/>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
              <a:t>Use Victor’s design</a:t>
            </a:r>
            <a:endParaRPr/>
          </a:p>
        </p:txBody>
      </p:sp>
      <p:pic>
        <p:nvPicPr>
          <p:cNvPr id="88" name="Google Shape;88;p16" title="Screenshot 2025-10-14 101235.png"/>
          <p:cNvPicPr preferRelativeResize="0"/>
          <p:nvPr/>
        </p:nvPicPr>
        <p:blipFill rotWithShape="1">
          <a:blip r:embed="rId3">
            <a:alphaModFix/>
          </a:blip>
          <a:srcRect b="0" l="0" r="0" t="0"/>
          <a:stretch/>
        </p:blipFill>
        <p:spPr>
          <a:xfrm>
            <a:off x="3508893" y="1096344"/>
            <a:ext cx="5245906" cy="2950800"/>
          </a:xfrm>
          <a:prstGeom prst="rect">
            <a:avLst/>
          </a:prstGeom>
          <a:noFill/>
          <a:ln>
            <a:noFill/>
          </a:ln>
          <a:effectLst>
            <a:outerShdw blurRad="47939" rotWithShape="0" algn="bl" dir="5400000" dist="1598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107150" y="256775"/>
            <a:ext cx="1041000" cy="7389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Patient Consent Page</a:t>
            </a:r>
            <a:endParaRPr sz="1200">
              <a:latin typeface="Times New Roman"/>
              <a:ea typeface="Times New Roman"/>
              <a:cs typeface="Times New Roman"/>
              <a:sym typeface="Times New Roman"/>
            </a:endParaRPr>
          </a:p>
        </p:txBody>
      </p:sp>
      <p:sp>
        <p:nvSpPr>
          <p:cNvPr id="94" name="Google Shape;94;p17"/>
          <p:cNvSpPr txBox="1"/>
          <p:nvPr>
            <p:ph idx="1" type="body"/>
          </p:nvPr>
        </p:nvSpPr>
        <p:spPr>
          <a:xfrm>
            <a:off x="191375" y="1806600"/>
            <a:ext cx="1951500" cy="1530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Victor’s design page</a:t>
            </a:r>
            <a:endParaRPr/>
          </a:p>
        </p:txBody>
      </p:sp>
      <p:pic>
        <p:nvPicPr>
          <p:cNvPr id="95" name="Google Shape;95;p17"/>
          <p:cNvPicPr preferRelativeResize="0"/>
          <p:nvPr/>
        </p:nvPicPr>
        <p:blipFill>
          <a:blip r:embed="rId3">
            <a:alphaModFix/>
          </a:blip>
          <a:stretch>
            <a:fillRect/>
          </a:stretch>
        </p:blipFill>
        <p:spPr>
          <a:xfrm>
            <a:off x="2619225" y="612300"/>
            <a:ext cx="6297726" cy="39840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229625" y="88350"/>
            <a:ext cx="21969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User Registration Page</a:t>
            </a:r>
            <a:endParaRPr sz="1500"/>
          </a:p>
        </p:txBody>
      </p:sp>
      <p:sp>
        <p:nvSpPr>
          <p:cNvPr id="101" name="Google Shape;101;p18"/>
          <p:cNvSpPr txBox="1"/>
          <p:nvPr>
            <p:ph idx="1" type="body"/>
          </p:nvPr>
        </p:nvSpPr>
        <p:spPr>
          <a:xfrm>
            <a:off x="2686550" y="45925"/>
            <a:ext cx="3834600" cy="4944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2" name="Google Shape;102;p18"/>
          <p:cNvPicPr preferRelativeResize="0"/>
          <p:nvPr/>
        </p:nvPicPr>
        <p:blipFill>
          <a:blip r:embed="rId3">
            <a:alphaModFix/>
          </a:blip>
          <a:stretch>
            <a:fillRect/>
          </a:stretch>
        </p:blipFill>
        <p:spPr>
          <a:xfrm>
            <a:off x="2790327" y="0"/>
            <a:ext cx="3563345"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Enable Voice Visit</a:t>
            </a:r>
            <a:endParaRPr/>
          </a:p>
        </p:txBody>
      </p:sp>
      <p:sp>
        <p:nvSpPr>
          <p:cNvPr id="108" name="Google Shape;108;p19"/>
          <p:cNvSpPr txBox="1"/>
          <p:nvPr>
            <p:ph idx="1" type="body"/>
          </p:nvPr>
        </p:nvSpPr>
        <p:spPr>
          <a:xfrm>
            <a:off x="3893775" y="370573"/>
            <a:ext cx="4785900" cy="463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9" name="Google Shape;109;p19"/>
          <p:cNvPicPr preferRelativeResize="0"/>
          <p:nvPr/>
        </p:nvPicPr>
        <p:blipFill>
          <a:blip r:embed="rId3">
            <a:alphaModFix/>
          </a:blip>
          <a:stretch>
            <a:fillRect/>
          </a:stretch>
        </p:blipFill>
        <p:spPr>
          <a:xfrm>
            <a:off x="3964801" y="441625"/>
            <a:ext cx="4676575" cy="43351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Patient Dashboard </a:t>
            </a:r>
            <a:r>
              <a:rPr lang="en"/>
              <a:t>🟡</a:t>
            </a:r>
            <a:endParaRPr/>
          </a:p>
        </p:txBody>
      </p:sp>
      <p:sp>
        <p:nvSpPr>
          <p:cNvPr id="115" name="Google Shape;115;p20"/>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progress; use Victor’s design</a:t>
            </a:r>
            <a:endParaRPr/>
          </a:p>
          <a:p>
            <a:pPr indent="0" lvl="0" marL="0" rtl="0" algn="l">
              <a:spcBef>
                <a:spcPts val="1200"/>
              </a:spcBef>
              <a:spcAft>
                <a:spcPts val="0"/>
              </a:spcAft>
              <a:buNone/>
            </a:pPr>
            <a:r>
              <a:rPr i="1" lang="en"/>
              <a:t>Yes, and…</a:t>
            </a:r>
            <a:endParaRPr i="1"/>
          </a:p>
          <a:p>
            <a:pPr indent="-304800" lvl="0" marL="457200" rtl="0" algn="l">
              <a:spcBef>
                <a:spcPts val="1200"/>
              </a:spcBef>
              <a:spcAft>
                <a:spcPts val="0"/>
              </a:spcAft>
              <a:buSzPts val="1200"/>
              <a:buChar char="●"/>
            </a:pPr>
            <a:r>
              <a:rPr lang="en"/>
              <a:t>Needs to include Reminders, Symptom Journal, Suggested Questions, and Messages/Notes</a:t>
            </a:r>
            <a:endParaRPr/>
          </a:p>
          <a:p>
            <a:pPr indent="-304800" lvl="0" marL="457200" rtl="0" algn="l">
              <a:spcBef>
                <a:spcPts val="0"/>
              </a:spcBef>
              <a:spcAft>
                <a:spcPts val="0"/>
              </a:spcAft>
              <a:buSzPts val="1200"/>
              <a:buChar char="●"/>
            </a:pPr>
            <a:r>
              <a:rPr lang="en"/>
              <a:t>Should actually be able to view history when clicking “View All”</a:t>
            </a:r>
            <a:endParaRPr/>
          </a:p>
          <a:p>
            <a:pPr indent="-304800" lvl="0" marL="457200" rtl="0" algn="l">
              <a:spcBef>
                <a:spcPts val="0"/>
              </a:spcBef>
              <a:spcAft>
                <a:spcPts val="0"/>
              </a:spcAft>
              <a:buSzPts val="1200"/>
              <a:buChar char="●"/>
            </a:pPr>
            <a:r>
              <a:rPr lang="en"/>
              <a:t>Add basic Settings page with l</a:t>
            </a:r>
            <a:r>
              <a:rPr lang="en"/>
              <a:t>ogout</a:t>
            </a:r>
            <a:r>
              <a:rPr lang="en"/>
              <a:t> option</a:t>
            </a:r>
            <a:endParaRPr/>
          </a:p>
          <a:p>
            <a:pPr indent="0" lvl="0" marL="0" rtl="0" algn="r">
              <a:spcBef>
                <a:spcPts val="1200"/>
              </a:spcBef>
              <a:spcAft>
                <a:spcPts val="1200"/>
              </a:spcAft>
              <a:buNone/>
            </a:pPr>
            <a:r>
              <a:rPr lang="en"/>
              <a:t>—Cromwell</a:t>
            </a:r>
            <a:endParaRPr/>
          </a:p>
        </p:txBody>
      </p:sp>
      <p:pic>
        <p:nvPicPr>
          <p:cNvPr id="116" name="Google Shape;116;p20"/>
          <p:cNvPicPr preferRelativeResize="0"/>
          <p:nvPr/>
        </p:nvPicPr>
        <p:blipFill>
          <a:blip r:embed="rId3">
            <a:alphaModFix/>
          </a:blip>
          <a:stretch>
            <a:fillRect/>
          </a:stretch>
        </p:blipFill>
        <p:spPr>
          <a:xfrm>
            <a:off x="3272100" y="152400"/>
            <a:ext cx="4433489" cy="4838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Caregiver Registration</a:t>
            </a:r>
            <a:endParaRPr/>
          </a:p>
        </p:txBody>
      </p:sp>
      <p:sp>
        <p:nvSpPr>
          <p:cNvPr id="122" name="Google Shape;122;p21"/>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Click on Register as Caregiver from the Landing page. </a:t>
            </a:r>
            <a:endParaRPr/>
          </a:p>
        </p:txBody>
      </p:sp>
      <p:pic>
        <p:nvPicPr>
          <p:cNvPr id="123" name="Google Shape;123;p21" title="Screenshot 2025-10-12 211223.png"/>
          <p:cNvPicPr preferRelativeResize="0"/>
          <p:nvPr/>
        </p:nvPicPr>
        <p:blipFill>
          <a:blip r:embed="rId3">
            <a:alphaModFix/>
          </a:blip>
          <a:stretch>
            <a:fillRect/>
          </a:stretch>
        </p:blipFill>
        <p:spPr>
          <a:xfrm>
            <a:off x="3508900" y="1096350"/>
            <a:ext cx="5245901" cy="2950822"/>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29" name="Google Shape;129;p22"/>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From Cromwell’s Landing page after user clicks on Register as caregiver, Caregiver will see invite from caregiver. Once accept invitation, only first time user will be directed to registration page after login with google/apple email. </a:t>
            </a:r>
            <a:endParaRPr/>
          </a:p>
        </p:txBody>
      </p:sp>
      <p:pic>
        <p:nvPicPr>
          <p:cNvPr id="130" name="Google Shape;130;p22"/>
          <p:cNvPicPr preferRelativeResize="0"/>
          <p:nvPr/>
        </p:nvPicPr>
        <p:blipFill>
          <a:blip r:embed="rId3">
            <a:alphaModFix/>
          </a:blip>
          <a:stretch>
            <a:fillRect/>
          </a:stretch>
        </p:blipFill>
        <p:spPr>
          <a:xfrm>
            <a:off x="3272100" y="152400"/>
            <a:ext cx="4736832" cy="483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Caregiver registration</a:t>
            </a:r>
            <a:endParaRPr/>
          </a:p>
        </p:txBody>
      </p:sp>
      <p:sp>
        <p:nvSpPr>
          <p:cNvPr id="136" name="Google Shape;136;p23"/>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Login with Google email</a:t>
            </a:r>
            <a:endParaRPr/>
          </a:p>
        </p:txBody>
      </p:sp>
      <p:pic>
        <p:nvPicPr>
          <p:cNvPr id="137" name="Google Shape;137;p23" title="Screenshot 2025-10-14 101235.png"/>
          <p:cNvPicPr preferRelativeResize="0"/>
          <p:nvPr/>
        </p:nvPicPr>
        <p:blipFill rotWithShape="1">
          <a:blip r:embed="rId3">
            <a:alphaModFix/>
          </a:blip>
          <a:srcRect b="0" l="0" r="0" t="0"/>
          <a:stretch/>
        </p:blipFill>
        <p:spPr>
          <a:xfrm>
            <a:off x="3508893" y="1096344"/>
            <a:ext cx="5245906" cy="2950800"/>
          </a:xfrm>
          <a:prstGeom prst="rect">
            <a:avLst/>
          </a:prstGeom>
          <a:noFill/>
          <a:ln>
            <a:noFill/>
          </a:ln>
          <a:effectLst>
            <a:outerShdw blurRad="47939" rotWithShape="0" algn="bl" dir="5400000" dist="1598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6318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Caregiver Agreement</a:t>
            </a:r>
            <a:endParaRPr/>
          </a:p>
          <a:p>
            <a:pPr indent="0" lvl="0" marL="0" rtl="0" algn="l">
              <a:spcBef>
                <a:spcPts val="0"/>
              </a:spcBef>
              <a:spcAft>
                <a:spcPts val="0"/>
              </a:spcAft>
              <a:buNone/>
            </a:pPr>
            <a:r>
              <a:t/>
            </a:r>
            <a:endParaRPr/>
          </a:p>
        </p:txBody>
      </p:sp>
      <p:sp>
        <p:nvSpPr>
          <p:cNvPr id="143" name="Google Shape;143;p24"/>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4" name="Google Shape;144;p24"/>
          <p:cNvPicPr preferRelativeResize="0"/>
          <p:nvPr/>
        </p:nvPicPr>
        <p:blipFill>
          <a:blip r:embed="rId3">
            <a:alphaModFix/>
          </a:blip>
          <a:stretch>
            <a:fillRect/>
          </a:stretch>
        </p:blipFill>
        <p:spPr>
          <a:xfrm>
            <a:off x="3272100" y="152400"/>
            <a:ext cx="4687095" cy="48386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311700" y="631800"/>
            <a:ext cx="28080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Caregiver completes registration</a:t>
            </a:r>
            <a:endParaRPr/>
          </a:p>
        </p:txBody>
      </p:sp>
      <p:sp>
        <p:nvSpPr>
          <p:cNvPr id="150" name="Google Shape;150;p25"/>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Victor’s design</a:t>
            </a:r>
            <a:endParaRPr/>
          </a:p>
        </p:txBody>
      </p:sp>
      <p:pic>
        <p:nvPicPr>
          <p:cNvPr id="151" name="Google Shape;151;p25"/>
          <p:cNvPicPr preferRelativeResize="0"/>
          <p:nvPr/>
        </p:nvPicPr>
        <p:blipFill>
          <a:blip r:embed="rId3">
            <a:alphaModFix/>
          </a:blip>
          <a:stretch>
            <a:fillRect/>
          </a:stretch>
        </p:blipFill>
        <p:spPr>
          <a:xfrm>
            <a:off x="4099177" y="0"/>
            <a:ext cx="3563345"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Caregiver Dashboard</a:t>
            </a:r>
            <a:r>
              <a:rPr lang="en"/>
              <a:t>🟡</a:t>
            </a:r>
            <a:endParaRPr/>
          </a:p>
        </p:txBody>
      </p:sp>
      <p:sp>
        <p:nvSpPr>
          <p:cNvPr id="157" name="Google Shape;157;p26"/>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progress; use Victor’s design</a:t>
            </a:r>
            <a:endParaRPr/>
          </a:p>
          <a:p>
            <a:pPr indent="0" lvl="0" marL="0" rtl="0" algn="l">
              <a:spcBef>
                <a:spcPts val="1200"/>
              </a:spcBef>
              <a:spcAft>
                <a:spcPts val="0"/>
              </a:spcAft>
              <a:buNone/>
            </a:pPr>
            <a:r>
              <a:rPr i="1" lang="en"/>
              <a:t>Yes, and…</a:t>
            </a:r>
            <a:endParaRPr i="1"/>
          </a:p>
          <a:p>
            <a:pPr indent="-304800" lvl="0" marL="457200" rtl="0" algn="l">
              <a:spcBef>
                <a:spcPts val="1200"/>
              </a:spcBef>
              <a:spcAft>
                <a:spcPts val="0"/>
              </a:spcAft>
              <a:buSzPts val="1200"/>
              <a:buChar char="●"/>
            </a:pPr>
            <a:r>
              <a:rPr lang="en"/>
              <a:t>Needs to include Messages</a:t>
            </a:r>
            <a:endParaRPr/>
          </a:p>
          <a:p>
            <a:pPr indent="-304800" lvl="0" marL="457200" rtl="0" algn="l">
              <a:spcBef>
                <a:spcPts val="0"/>
              </a:spcBef>
              <a:spcAft>
                <a:spcPts val="0"/>
              </a:spcAft>
              <a:buSzPts val="1200"/>
              <a:buChar char="●"/>
            </a:pPr>
            <a:r>
              <a:rPr lang="en"/>
              <a:t>Should actually be able to click on the buttons to do something</a:t>
            </a:r>
            <a:endParaRPr/>
          </a:p>
          <a:p>
            <a:pPr indent="-304800" lvl="0" marL="457200" rtl="0" algn="l">
              <a:spcBef>
                <a:spcPts val="0"/>
              </a:spcBef>
              <a:spcAft>
                <a:spcPts val="0"/>
              </a:spcAft>
              <a:buSzPts val="1200"/>
              <a:buChar char="●"/>
            </a:pPr>
            <a:r>
              <a:rPr lang="en"/>
              <a:t>Add basic Settings page with logout option</a:t>
            </a:r>
            <a:endParaRPr/>
          </a:p>
          <a:p>
            <a:pPr indent="-304800" lvl="0" marL="457200" rtl="0" algn="l">
              <a:spcBef>
                <a:spcPts val="0"/>
              </a:spcBef>
              <a:spcAft>
                <a:spcPts val="0"/>
              </a:spcAft>
              <a:buSzPts val="1200"/>
              <a:buChar char="●"/>
            </a:pPr>
            <a:r>
              <a:rPr lang="en"/>
              <a:t>Consider replacing green color with purple to match my landing page design</a:t>
            </a:r>
            <a:endParaRPr/>
          </a:p>
          <a:p>
            <a:pPr indent="0" lvl="0" marL="0" rtl="0" algn="r">
              <a:spcBef>
                <a:spcPts val="1200"/>
              </a:spcBef>
              <a:spcAft>
                <a:spcPts val="1200"/>
              </a:spcAft>
              <a:buNone/>
            </a:pPr>
            <a:r>
              <a:rPr lang="en"/>
              <a:t>—Cromwell</a:t>
            </a:r>
            <a:endParaRPr/>
          </a:p>
        </p:txBody>
      </p:sp>
      <p:pic>
        <p:nvPicPr>
          <p:cNvPr id="158" name="Google Shape;158;p26"/>
          <p:cNvPicPr preferRelativeResize="0"/>
          <p:nvPr/>
        </p:nvPicPr>
        <p:blipFill>
          <a:blip r:embed="rId3">
            <a:alphaModFix/>
          </a:blip>
          <a:stretch>
            <a:fillRect/>
          </a:stretch>
        </p:blipFill>
        <p:spPr>
          <a:xfrm>
            <a:off x="4888875" y="114825"/>
            <a:ext cx="3764124" cy="5143499"/>
          </a:xfrm>
          <a:prstGeom prst="rect">
            <a:avLst/>
          </a:prstGeom>
          <a:noFill/>
          <a:ln>
            <a:noFill/>
          </a:ln>
          <a:effectLst>
            <a:outerShdw blurRad="47939" rotWithShape="0" algn="bl" dir="5400000" dist="15980">
              <a:srgbClr val="000000">
                <a:alpha val="5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To-do List</a:t>
            </a:r>
            <a:endParaRPr/>
          </a:p>
        </p:txBody>
      </p:sp>
      <p:sp>
        <p:nvSpPr>
          <p:cNvPr id="164" name="Google Shape;164;p27"/>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strike="sngStrike"/>
              <a:t>Import </a:t>
            </a:r>
            <a:r>
              <a:rPr lang="en" strike="sngStrike"/>
              <a:t>Cromwell’s Landing Page into Victor’s Figma file</a:t>
            </a:r>
            <a:r>
              <a:rPr lang="en" strike="sngStrike"/>
              <a:t>*</a:t>
            </a:r>
            <a:endParaRPr strike="sngStrike"/>
          </a:p>
          <a:p>
            <a:pPr indent="-342900" lvl="0" marL="457200" rtl="0" algn="l">
              <a:spcBef>
                <a:spcPts val="0"/>
              </a:spcBef>
              <a:spcAft>
                <a:spcPts val="0"/>
              </a:spcAft>
              <a:buSzPts val="1800"/>
              <a:buChar char="❏"/>
            </a:pPr>
            <a:r>
              <a:rPr lang="en" strike="sngStrike"/>
              <a:t>Confirm list of approved features for Patient &amp; Caregiver Dashboards</a:t>
            </a:r>
            <a:r>
              <a:rPr lang="en" strike="sngStrike"/>
              <a:t>*</a:t>
            </a:r>
            <a:endParaRPr strike="sngStrike"/>
          </a:p>
          <a:p>
            <a:pPr indent="-342900" lvl="0" marL="457200" rtl="0" algn="l">
              <a:spcBef>
                <a:spcPts val="0"/>
              </a:spcBef>
              <a:spcAft>
                <a:spcPts val="0"/>
              </a:spcAft>
              <a:buSzPts val="1800"/>
              <a:buChar char="❏"/>
            </a:pPr>
            <a:r>
              <a:rPr lang="en"/>
              <a:t>Update Patient &amp; Caregiver Dashboards accordingly</a:t>
            </a:r>
            <a:endParaRPr/>
          </a:p>
          <a:p>
            <a:pPr indent="-342900" lvl="0" marL="457200" rtl="0" algn="l">
              <a:spcBef>
                <a:spcPts val="0"/>
              </a:spcBef>
              <a:spcAft>
                <a:spcPts val="0"/>
              </a:spcAft>
              <a:buSzPts val="1800"/>
              <a:buChar char="❏"/>
            </a:pPr>
            <a:r>
              <a:rPr lang="en"/>
              <a:t>Coordinate with front-end engineers</a:t>
            </a:r>
            <a:endParaRPr/>
          </a:p>
        </p:txBody>
      </p:sp>
      <p:sp>
        <p:nvSpPr>
          <p:cNvPr id="165" name="Google Shape;165;p27"/>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Next Steps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171" name="Google Shape;171;p28"/>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Google Drive</a:t>
            </a:r>
            <a:endParaRPr/>
          </a:p>
          <a:p>
            <a:pPr indent="-317500" lvl="1" marL="914400" rtl="0" algn="l">
              <a:spcBef>
                <a:spcPts val="0"/>
              </a:spcBef>
              <a:spcAft>
                <a:spcPts val="0"/>
              </a:spcAft>
              <a:buSzPts val="1400"/>
              <a:buChar char="○"/>
            </a:pPr>
            <a:r>
              <a:rPr lang="en">
                <a:solidFill>
                  <a:schemeClr val="hlink"/>
                </a:solidFill>
                <a:uFill>
                  <a:noFill/>
                </a:uFill>
                <a:hlinkClick r:id="rId3"/>
              </a:rPr>
              <a:t>MediMinder - PRD</a:t>
            </a:r>
            <a:endParaRPr/>
          </a:p>
          <a:p>
            <a:pPr indent="-317500" lvl="1" marL="914400" rtl="0" algn="l">
              <a:spcBef>
                <a:spcPts val="0"/>
              </a:spcBef>
              <a:spcAft>
                <a:spcPts val="0"/>
              </a:spcAft>
              <a:buSzPts val="1400"/>
              <a:buChar char="○"/>
            </a:pPr>
            <a:r>
              <a:rPr lang="en" strike="sngStrike"/>
              <a:t>MediMinder Product Scope and User Stories</a:t>
            </a:r>
            <a:endParaRPr strike="sngStrike"/>
          </a:p>
          <a:p>
            <a:pPr indent="-317500" lvl="1" marL="914400" rtl="0" algn="l">
              <a:spcBef>
                <a:spcPts val="0"/>
              </a:spcBef>
              <a:spcAft>
                <a:spcPts val="0"/>
              </a:spcAft>
              <a:buSzPts val="1400"/>
              <a:buChar char="○"/>
            </a:pPr>
            <a:r>
              <a:rPr lang="en" strike="sngStrike"/>
              <a:t>MediMinderAI_MVP_Work_and_User_Stories_v2</a:t>
            </a:r>
            <a:endParaRPr strike="sngStrike"/>
          </a:p>
          <a:p>
            <a:pPr indent="-317500" lvl="1" marL="914400" rtl="0" algn="l">
              <a:spcBef>
                <a:spcPts val="0"/>
              </a:spcBef>
              <a:spcAft>
                <a:spcPts val="0"/>
              </a:spcAft>
              <a:buSzPts val="1400"/>
              <a:buChar char="○"/>
            </a:pPr>
            <a:r>
              <a:rPr lang="en" strike="sngStrike"/>
              <a:t>MediMinderAI_Caregiver_Landing_Page_User Stories</a:t>
            </a:r>
            <a:endParaRPr strike="sngStrike"/>
          </a:p>
          <a:p>
            <a:pPr indent="-317500" lvl="1" marL="914400" rtl="0" algn="l">
              <a:spcBef>
                <a:spcPts val="0"/>
              </a:spcBef>
              <a:spcAft>
                <a:spcPts val="0"/>
              </a:spcAft>
              <a:buClr>
                <a:schemeClr val="accent4"/>
              </a:buClr>
              <a:buSzPts val="1400"/>
              <a:buChar char="○"/>
            </a:pPr>
            <a:r>
              <a:rPr lang="en">
                <a:solidFill>
                  <a:schemeClr val="accent4"/>
                </a:solidFill>
              </a:rPr>
              <a:t>MediMinderAI_MVP_Work_and_User_Stories_v2</a:t>
            </a:r>
            <a:endParaRPr>
              <a:solidFill>
                <a:schemeClr val="accent4"/>
              </a:solidFill>
            </a:endParaRPr>
          </a:p>
          <a:p>
            <a:pPr indent="-342900" lvl="0" marL="457200" rtl="0" algn="l">
              <a:spcBef>
                <a:spcPts val="0"/>
              </a:spcBef>
              <a:spcAft>
                <a:spcPts val="0"/>
              </a:spcAft>
              <a:buSzPts val="1800"/>
              <a:buChar char="●"/>
            </a:pPr>
            <a:r>
              <a:rPr lang="en"/>
              <a:t>Prototypes</a:t>
            </a:r>
            <a:endParaRPr/>
          </a:p>
          <a:p>
            <a:pPr indent="-317500" lvl="1" marL="914400" rtl="0" algn="l">
              <a:spcBef>
                <a:spcPts val="0"/>
              </a:spcBef>
              <a:spcAft>
                <a:spcPts val="0"/>
              </a:spcAft>
              <a:buSzPts val="1400"/>
              <a:buChar char="○"/>
            </a:pPr>
            <a:r>
              <a:rPr lang="en">
                <a:solidFill>
                  <a:schemeClr val="hlink"/>
                </a:solidFill>
                <a:uFill>
                  <a:noFill/>
                </a:uFill>
                <a:hlinkClick r:id="rId4"/>
              </a:rPr>
              <a:t>Cromwell's Landing Page (Lovable)</a:t>
            </a:r>
            <a:endParaRPr/>
          </a:p>
          <a:p>
            <a:pPr indent="-317500" lvl="1" marL="914400" rtl="0" algn="l">
              <a:spcBef>
                <a:spcPts val="0"/>
              </a:spcBef>
              <a:spcAft>
                <a:spcPts val="0"/>
              </a:spcAft>
              <a:buSzPts val="1400"/>
              <a:buChar char="○"/>
            </a:pPr>
            <a:r>
              <a:rPr lang="en">
                <a:solidFill>
                  <a:schemeClr val="hlink"/>
                </a:solidFill>
                <a:uFill>
                  <a:noFill/>
                </a:uFill>
                <a:hlinkClick r:id="rId5"/>
              </a:rPr>
              <a:t>Victor’s Dashboards (Figma)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Reminders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Reminders</a:t>
            </a:r>
            <a:endParaRPr/>
          </a:p>
        </p:txBody>
      </p:sp>
      <p:sp>
        <p:nvSpPr>
          <p:cNvPr id="182" name="Google Shape;182;p30"/>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Smart Reminders (appointments, meds, follow-ups)</a:t>
            </a:r>
            <a:endParaRPr/>
          </a:p>
          <a:p>
            <a:pPr indent="-342900" lvl="0" marL="457200" rtl="0" algn="l">
              <a:spcBef>
                <a:spcPts val="0"/>
              </a:spcBef>
              <a:spcAft>
                <a:spcPts val="0"/>
              </a:spcAft>
              <a:buSzPts val="1800"/>
              <a:buChar char="●"/>
            </a:pPr>
            <a:r>
              <a:rPr lang="en"/>
              <a:t>Contextual nudges for meds, appointments, and follow-ups.</a:t>
            </a:r>
            <a:endParaRPr/>
          </a:p>
          <a:p>
            <a:pPr indent="-342900" lvl="0" marL="457200" rtl="0" algn="l">
              <a:spcBef>
                <a:spcPts val="0"/>
              </a:spcBef>
              <a:spcAft>
                <a:spcPts val="0"/>
              </a:spcAft>
              <a:buSzPts val="1800"/>
              <a:buChar char="●"/>
            </a:pPr>
            <a:r>
              <a:rPr lang="en"/>
              <a:t>Why it matters: Generic reminders fail → users snooze and forget.</a:t>
            </a:r>
            <a:endParaRPr/>
          </a:p>
          <a:p>
            <a:pPr indent="-342900" lvl="0" marL="457200" rtl="0" algn="l">
              <a:spcBef>
                <a:spcPts val="0"/>
              </a:spcBef>
              <a:spcAft>
                <a:spcPts val="0"/>
              </a:spcAft>
              <a:buSzPts val="1800"/>
              <a:buChar char="●"/>
            </a:pPr>
            <a:r>
              <a:rPr lang="en"/>
              <a:t>Die Hard twist:</a:t>
            </a:r>
            <a:endParaRPr/>
          </a:p>
          <a:p>
            <a:pPr indent="-317500" lvl="1" marL="914400" rtl="0" algn="l">
              <a:spcBef>
                <a:spcPts val="0"/>
              </a:spcBef>
              <a:spcAft>
                <a:spcPts val="0"/>
              </a:spcAft>
              <a:buSzPts val="1400"/>
              <a:buChar char="○"/>
            </a:pPr>
            <a:r>
              <a:rPr lang="en"/>
              <a:t>Time/context-sensitive nudges (“Take meds with breakfast” vs. “Take pill now”).</a:t>
            </a:r>
            <a:endParaRPr/>
          </a:p>
          <a:p>
            <a:pPr indent="-317500" lvl="1" marL="914400" rtl="0" algn="l">
              <a:spcBef>
                <a:spcPts val="0"/>
              </a:spcBef>
              <a:spcAft>
                <a:spcPts val="0"/>
              </a:spcAft>
              <a:buSzPts val="1400"/>
              <a:buChar char="○"/>
            </a:pPr>
            <a:r>
              <a:rPr lang="en"/>
              <a:t>Links back to visit summary (“Doctor said: track BP 2x daily – tap to log now”).</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Reminders User Stories</a:t>
            </a:r>
            <a:endParaRPr/>
          </a:p>
        </p:txBody>
      </p:sp>
      <p:sp>
        <p:nvSpPr>
          <p:cNvPr id="188" name="Google Shape;188;p31"/>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As a Patient, I want to set reminders for medications or follow-ups.</a:t>
            </a:r>
            <a:endParaRPr/>
          </a:p>
          <a:p>
            <a:pPr indent="-317500" lvl="1" marL="914400" rtl="0" algn="l">
              <a:spcBef>
                <a:spcPts val="0"/>
              </a:spcBef>
              <a:spcAft>
                <a:spcPts val="0"/>
              </a:spcAft>
              <a:buSzPts val="1400"/>
              <a:buChar char="○"/>
            </a:pPr>
            <a:r>
              <a:rPr lang="en"/>
              <a:t>AC: Reminders trigger notifications at the correct time.</a:t>
            </a:r>
            <a:endParaRPr/>
          </a:p>
          <a:p>
            <a:pPr indent="-342900" lvl="0" marL="457200" rtl="0" algn="l">
              <a:spcBef>
                <a:spcPts val="0"/>
              </a:spcBef>
              <a:spcAft>
                <a:spcPts val="0"/>
              </a:spcAft>
              <a:buSzPts val="1800"/>
              <a:buChar char="●"/>
            </a:pPr>
            <a:r>
              <a:rPr lang="en"/>
              <a:t>As a Caregiver, I want to receive alerts when patient reminders are due.</a:t>
            </a:r>
            <a:endParaRPr/>
          </a:p>
          <a:p>
            <a:pPr indent="-317500" lvl="1" marL="914400" rtl="0" algn="l">
              <a:spcBef>
                <a:spcPts val="0"/>
              </a:spcBef>
              <a:spcAft>
                <a:spcPts val="0"/>
              </a:spcAft>
              <a:buSzPts val="1400"/>
              <a:buChar char="○"/>
            </a:pPr>
            <a:r>
              <a:rPr lang="en"/>
              <a:t>AC: Caregiver notified of adherence tasks if enabled.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32" title="Screenshot 2025-10-13 002233.png"/>
          <p:cNvPicPr preferRelativeResize="0"/>
          <p:nvPr/>
        </p:nvPicPr>
        <p:blipFill rotWithShape="1">
          <a:blip r:embed="rId3">
            <a:alphaModFix/>
          </a:blip>
          <a:srcRect b="0" l="37553" r="37551" t="0"/>
          <a:stretch/>
        </p:blipFill>
        <p:spPr>
          <a:xfrm>
            <a:off x="4212338" y="603128"/>
            <a:ext cx="1742525" cy="3937248"/>
          </a:xfrm>
          <a:prstGeom prst="rect">
            <a:avLst/>
          </a:prstGeom>
          <a:noFill/>
          <a:ln>
            <a:noFill/>
          </a:ln>
          <a:effectLst>
            <a:outerShdw blurRad="57150" rotWithShape="0" algn="bl" dir="5400000" dist="19050">
              <a:srgbClr val="000000">
                <a:alpha val="50000"/>
              </a:srgbClr>
            </a:outerShdw>
          </a:effectLst>
        </p:spPr>
      </p:pic>
      <p:pic>
        <p:nvPicPr>
          <p:cNvPr id="194" name="Google Shape;194;p32" title="Screenshot 2025-10-12 212634.png"/>
          <p:cNvPicPr preferRelativeResize="0"/>
          <p:nvPr/>
        </p:nvPicPr>
        <p:blipFill rotWithShape="1">
          <a:blip r:embed="rId4">
            <a:alphaModFix/>
          </a:blip>
          <a:srcRect b="0" l="37553" r="37551" t="0"/>
          <a:stretch/>
        </p:blipFill>
        <p:spPr>
          <a:xfrm>
            <a:off x="6308863" y="603159"/>
            <a:ext cx="1742501" cy="3937191"/>
          </a:xfrm>
          <a:prstGeom prst="rect">
            <a:avLst/>
          </a:prstGeom>
          <a:noFill/>
          <a:ln>
            <a:noFill/>
          </a:ln>
          <a:effectLst>
            <a:outerShdw blurRad="57150" rotWithShape="0" algn="bl" dir="5400000" dist="19050">
              <a:srgbClr val="000000">
                <a:alpha val="50000"/>
              </a:srgbClr>
            </a:outerShdw>
          </a:effectLst>
        </p:spPr>
      </p:pic>
      <p:sp>
        <p:nvSpPr>
          <p:cNvPr id="195" name="Google Shape;195;p32"/>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Reminders Example</a:t>
            </a:r>
            <a:endParaRPr/>
          </a:p>
        </p:txBody>
      </p:sp>
      <p:sp>
        <p:nvSpPr>
          <p:cNvPr id="196" name="Google Shape;196;p32"/>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Made by Cromwell</a:t>
            </a:r>
            <a:endParaRPr/>
          </a:p>
          <a:p>
            <a:pPr indent="0" lvl="0" marL="0" rtl="0" algn="l">
              <a:spcBef>
                <a:spcPts val="1200"/>
              </a:spcBef>
              <a:spcAft>
                <a:spcPts val="0"/>
              </a:spcAft>
              <a:buNone/>
            </a:pPr>
            <a:r>
              <a:rPr lang="en"/>
              <a:t>See here</a:t>
            </a:r>
            <a:r>
              <a:rPr lang="en"/>
              <a:t>:</a:t>
            </a:r>
            <a:endParaRPr/>
          </a:p>
          <a:p>
            <a:pPr indent="0" lvl="0" marL="0" rtl="0" algn="l">
              <a:spcBef>
                <a:spcPts val="1200"/>
              </a:spcBef>
              <a:spcAft>
                <a:spcPts val="0"/>
              </a:spcAft>
              <a:buNone/>
            </a:pPr>
            <a:r>
              <a:rPr lang="en" u="sng">
                <a:solidFill>
                  <a:schemeClr val="hlink"/>
                </a:solidFill>
                <a:hlinkClick r:id="rId5"/>
              </a:rPr>
              <a:t>https://medi-minder-landing-page-v4.lovable.app/app</a:t>
            </a:r>
            <a:r>
              <a:rPr lang="en"/>
              <a:t> </a:t>
            </a:r>
            <a:endParaRPr/>
          </a:p>
          <a:p>
            <a:pPr indent="0" lvl="0" marL="0" rtl="0" algn="l">
              <a:spcBef>
                <a:spcPts val="1200"/>
              </a:spcBef>
              <a:spcAft>
                <a:spcPts val="1200"/>
              </a:spcAft>
              <a:buNone/>
            </a:pPr>
            <a:r>
              <a:rPr lang="en" u="sng">
                <a:solidFill>
                  <a:schemeClr val="hlink"/>
                </a:solidFill>
                <a:hlinkClick r:id="rId6"/>
              </a:rPr>
              <a:t>https://medi-minder-landing-page-v4.lovable.app/caregiver-app</a:t>
            </a:r>
            <a:r>
              <a:rPr lang="en"/>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Symptom Journal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Symptom Journal</a:t>
            </a:r>
            <a:endParaRPr/>
          </a:p>
        </p:txBody>
      </p:sp>
      <p:sp>
        <p:nvSpPr>
          <p:cNvPr id="207" name="Google Shape;207;p3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Symptom Journal (daily/weekly input logging)</a:t>
            </a:r>
            <a:endParaRPr/>
          </a:p>
          <a:p>
            <a:pPr indent="-342900" lvl="0" marL="457200" rtl="0" algn="l">
              <a:spcBef>
                <a:spcPts val="0"/>
              </a:spcBef>
              <a:spcAft>
                <a:spcPts val="0"/>
              </a:spcAft>
              <a:buSzPts val="1800"/>
              <a:buChar char="●"/>
            </a:pPr>
            <a:r>
              <a:rPr lang="en"/>
              <a:t>Tracks symptoms and health patterns.</a:t>
            </a:r>
            <a:endParaRPr/>
          </a:p>
          <a:p>
            <a:pPr indent="-342900" lvl="0" marL="457200" rtl="0" algn="l">
              <a:spcBef>
                <a:spcPts val="0"/>
              </a:spcBef>
              <a:spcAft>
                <a:spcPts val="0"/>
              </a:spcAft>
              <a:buSzPts val="1800"/>
              <a:buChar char="●"/>
            </a:pPr>
            <a:r>
              <a:rPr lang="en"/>
              <a:t>Simple input tracking (symptoms, meds, lifestyle notes) → AI detects trends.</a:t>
            </a:r>
            <a:endParaRPr/>
          </a:p>
          <a:p>
            <a:pPr indent="-342900" lvl="0" marL="457200" rtl="0" algn="l">
              <a:spcBef>
                <a:spcPts val="0"/>
              </a:spcBef>
              <a:spcAft>
                <a:spcPts val="0"/>
              </a:spcAft>
              <a:buSzPts val="1800"/>
              <a:buChar char="●"/>
            </a:pPr>
            <a:r>
              <a:rPr lang="en"/>
              <a:t>Why it matters: Users won’t journal unless they get value.</a:t>
            </a:r>
            <a:endParaRPr/>
          </a:p>
          <a:p>
            <a:pPr indent="-342900" lvl="0" marL="457200" rtl="0" algn="l">
              <a:spcBef>
                <a:spcPts val="0"/>
              </a:spcBef>
              <a:spcAft>
                <a:spcPts val="0"/>
              </a:spcAft>
              <a:buSzPts val="1800"/>
              <a:buChar char="●"/>
            </a:pPr>
            <a:r>
              <a:rPr lang="en"/>
              <a:t>Die Hard twist:</a:t>
            </a:r>
            <a:endParaRPr/>
          </a:p>
          <a:p>
            <a:pPr indent="-317500" lvl="1" marL="914400" rtl="0" algn="l">
              <a:spcBef>
                <a:spcPts val="0"/>
              </a:spcBef>
              <a:spcAft>
                <a:spcPts val="0"/>
              </a:spcAft>
              <a:buSzPts val="1400"/>
              <a:buChar char="○"/>
            </a:pPr>
            <a:r>
              <a:rPr lang="en"/>
              <a:t>Guided quick log (emoji sliders for pain, dropdown for symptoms).</a:t>
            </a:r>
            <a:endParaRPr/>
          </a:p>
          <a:p>
            <a:pPr indent="-317500" lvl="1" marL="914400" rtl="0" algn="l">
              <a:spcBef>
                <a:spcPts val="0"/>
              </a:spcBef>
              <a:spcAft>
                <a:spcPts val="0"/>
              </a:spcAft>
              <a:buSzPts val="1400"/>
              <a:buChar char="○"/>
            </a:pPr>
            <a:r>
              <a:rPr lang="en"/>
              <a:t>AI connects dots: “You reported dizziness 3 times this week — mention to doctor.”</a:t>
            </a:r>
            <a:endParaRPr sz="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Symptom Journal User Stories</a:t>
            </a:r>
            <a:endParaRPr/>
          </a:p>
        </p:txBody>
      </p:sp>
      <p:sp>
        <p:nvSpPr>
          <p:cNvPr id="213" name="Google Shape;213;p35"/>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As a Patient, I want to log symptoms with a simple UI, so I can track my health over time.</a:t>
            </a:r>
            <a:endParaRPr/>
          </a:p>
          <a:p>
            <a:pPr indent="-317500" lvl="1" marL="914400" rtl="0" algn="l">
              <a:spcBef>
                <a:spcPts val="0"/>
              </a:spcBef>
              <a:spcAft>
                <a:spcPts val="0"/>
              </a:spcAft>
              <a:buSzPts val="1400"/>
              <a:buChar char="○"/>
            </a:pPr>
            <a:r>
              <a:rPr lang="en"/>
              <a:t>AC1: Form allows entry of date, description, severity scale. </a:t>
            </a:r>
            <a:endParaRPr/>
          </a:p>
          <a:p>
            <a:pPr indent="-317500" lvl="1" marL="914400" rtl="0" algn="l">
              <a:spcBef>
                <a:spcPts val="0"/>
              </a:spcBef>
              <a:spcAft>
                <a:spcPts val="0"/>
              </a:spcAft>
              <a:buSzPts val="1400"/>
              <a:buChar char="○"/>
            </a:pPr>
            <a:r>
              <a:rPr lang="en"/>
              <a:t>AC2: Recent entries displayed in dashboard quick-view.</a:t>
            </a:r>
            <a:endParaRPr/>
          </a:p>
          <a:p>
            <a:pPr indent="-342900" lvl="0" marL="457200" rtl="0" algn="l">
              <a:spcBef>
                <a:spcPts val="0"/>
              </a:spcBef>
              <a:spcAft>
                <a:spcPts val="0"/>
              </a:spcAft>
              <a:buSzPts val="1800"/>
              <a:buChar char="●"/>
            </a:pPr>
            <a:r>
              <a:rPr lang="en"/>
              <a:t>As a Patient, I want to link symptom entries to visit summaries or recordings, so context is maintained.</a:t>
            </a:r>
            <a:endParaRPr/>
          </a:p>
          <a:p>
            <a:pPr indent="-317500" lvl="1" marL="914400" rtl="0" algn="l">
              <a:spcBef>
                <a:spcPts val="0"/>
              </a:spcBef>
              <a:spcAft>
                <a:spcPts val="0"/>
              </a:spcAft>
              <a:buSzPts val="1400"/>
              <a:buChar char="○"/>
            </a:pPr>
            <a:r>
              <a:rPr lang="en"/>
              <a:t>AC1: Users can associate entries with visit ID. </a:t>
            </a:r>
            <a:endParaRPr/>
          </a:p>
          <a:p>
            <a:pPr indent="-317500" lvl="1" marL="914400" rtl="0" algn="l">
              <a:spcBef>
                <a:spcPts val="0"/>
              </a:spcBef>
              <a:spcAft>
                <a:spcPts val="0"/>
              </a:spcAft>
              <a:buSzPts val="1400"/>
              <a:buChar char="○"/>
            </a:pPr>
            <a:r>
              <a:rPr lang="en"/>
              <a:t>AC2: Linked entries visible in both summary and symptom dashboard.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6"/>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Symptom Journal EXample</a:t>
            </a:r>
            <a:endParaRPr/>
          </a:p>
        </p:txBody>
      </p:sp>
      <p:sp>
        <p:nvSpPr>
          <p:cNvPr id="219" name="Google Shape;219;p36"/>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Made by Cromwell</a:t>
            </a:r>
            <a:endParaRPr/>
          </a:p>
          <a:p>
            <a:pPr indent="0" lvl="0" marL="0" rtl="0" algn="l">
              <a:spcBef>
                <a:spcPts val="1200"/>
              </a:spcBef>
              <a:spcAft>
                <a:spcPts val="0"/>
              </a:spcAft>
              <a:buNone/>
            </a:pPr>
            <a:r>
              <a:rPr lang="en"/>
              <a:t>See here:</a:t>
            </a:r>
            <a:endParaRPr/>
          </a:p>
          <a:p>
            <a:pPr indent="0" lvl="0" marL="0" rtl="0" algn="l">
              <a:spcBef>
                <a:spcPts val="1200"/>
              </a:spcBef>
              <a:spcAft>
                <a:spcPts val="1200"/>
              </a:spcAft>
              <a:buNone/>
            </a:pPr>
            <a:r>
              <a:rPr lang="en" u="sng">
                <a:solidFill>
                  <a:schemeClr val="hlink"/>
                </a:solidFill>
                <a:hlinkClick r:id="rId3"/>
              </a:rPr>
              <a:t>https://medi-minder-landing-page-v4.lovable.app/app</a:t>
            </a:r>
            <a:r>
              <a:rPr lang="en"/>
              <a:t> </a:t>
            </a:r>
            <a:endParaRPr/>
          </a:p>
        </p:txBody>
      </p:sp>
      <p:pic>
        <p:nvPicPr>
          <p:cNvPr id="220" name="Google Shape;220;p36" title="Screenshot 2025-10-13 002228.png"/>
          <p:cNvPicPr preferRelativeResize="0"/>
          <p:nvPr/>
        </p:nvPicPr>
        <p:blipFill rotWithShape="1">
          <a:blip r:embed="rId4">
            <a:alphaModFix/>
          </a:blip>
          <a:srcRect b="0" l="36996" r="38108" t="0"/>
          <a:stretch/>
        </p:blipFill>
        <p:spPr>
          <a:xfrm>
            <a:off x="6308858" y="603150"/>
            <a:ext cx="1742506" cy="3937199"/>
          </a:xfrm>
          <a:prstGeom prst="rect">
            <a:avLst/>
          </a:prstGeom>
          <a:noFill/>
          <a:ln>
            <a:noFill/>
          </a:ln>
          <a:effectLst>
            <a:outerShdw blurRad="44870" rotWithShape="0" algn="bl" dir="5400000" dist="14957">
              <a:srgbClr val="000000">
                <a:alpha val="50000"/>
              </a:srgbClr>
            </a:outerShdw>
          </a:effectLst>
        </p:spPr>
      </p:pic>
      <p:pic>
        <p:nvPicPr>
          <p:cNvPr id="221" name="Google Shape;221;p36" title="Screenshot 2025-10-13 002226.png"/>
          <p:cNvPicPr preferRelativeResize="0"/>
          <p:nvPr/>
        </p:nvPicPr>
        <p:blipFill rotWithShape="1">
          <a:blip r:embed="rId5">
            <a:alphaModFix/>
          </a:blip>
          <a:srcRect b="0" l="36996" r="38108" t="0"/>
          <a:stretch/>
        </p:blipFill>
        <p:spPr>
          <a:xfrm>
            <a:off x="4212338" y="603150"/>
            <a:ext cx="1742506" cy="3937199"/>
          </a:xfrm>
          <a:prstGeom prst="rect">
            <a:avLst/>
          </a:prstGeom>
          <a:noFill/>
          <a:ln>
            <a:noFill/>
          </a:ln>
          <a:effectLst>
            <a:outerShdw blurRad="44870" rotWithShape="0" algn="bl" dir="5400000" dist="14957">
              <a:srgbClr val="000000">
                <a:alpha val="50000"/>
              </a:srgbClr>
            </a:outerShdw>
          </a:effectLst>
        </p:spPr>
      </p:pic>
      <p:cxnSp>
        <p:nvCxnSpPr>
          <p:cNvPr id="222" name="Google Shape;222;p36"/>
          <p:cNvCxnSpPr>
            <a:stCxn id="221" idx="3"/>
            <a:endCxn id="220" idx="1"/>
          </p:cNvCxnSpPr>
          <p:nvPr/>
        </p:nvCxnSpPr>
        <p:spPr>
          <a:xfrm>
            <a:off x="5954843" y="2571750"/>
            <a:ext cx="354000" cy="0"/>
          </a:xfrm>
          <a:prstGeom prst="straightConnector1">
            <a:avLst/>
          </a:prstGeom>
          <a:noFill/>
          <a:ln cap="flat" cmpd="sng" w="7500">
            <a:solidFill>
              <a:srgbClr val="6D9EEB"/>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7"/>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Suggested Questions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8"/>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Suggested Questions</a:t>
            </a:r>
            <a:endParaRPr/>
          </a:p>
        </p:txBody>
      </p:sp>
      <p:sp>
        <p:nvSpPr>
          <p:cNvPr id="233" name="Google Shape;233;p38"/>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Suggested Questions (before/after visits)</a:t>
            </a:r>
            <a:endParaRPr/>
          </a:p>
          <a:p>
            <a:pPr indent="-342900" lvl="0" marL="457200" rtl="0" algn="l">
              <a:spcBef>
                <a:spcPts val="0"/>
              </a:spcBef>
              <a:spcAft>
                <a:spcPts val="0"/>
              </a:spcAft>
              <a:buSzPts val="1800"/>
              <a:buChar char="●"/>
            </a:pPr>
            <a:r>
              <a:rPr lang="en"/>
              <a:t>AI recommends questions before and after appointments based on context.</a:t>
            </a:r>
            <a:endParaRPr/>
          </a:p>
          <a:p>
            <a:pPr indent="-342900" lvl="0" marL="457200" rtl="0" algn="l">
              <a:spcBef>
                <a:spcPts val="0"/>
              </a:spcBef>
              <a:spcAft>
                <a:spcPts val="0"/>
              </a:spcAft>
              <a:buSzPts val="1800"/>
              <a:buChar char="●"/>
            </a:pPr>
            <a:r>
              <a:rPr lang="en"/>
              <a:t>Why it matters: 70% leave with unasked questions.</a:t>
            </a:r>
            <a:endParaRPr/>
          </a:p>
          <a:p>
            <a:pPr indent="-342900" lvl="0" marL="457200" rtl="0" algn="l">
              <a:spcBef>
                <a:spcPts val="0"/>
              </a:spcBef>
              <a:spcAft>
                <a:spcPts val="0"/>
              </a:spcAft>
              <a:buSzPts val="1800"/>
              <a:buChar char="●"/>
            </a:pPr>
            <a:r>
              <a:rPr lang="en"/>
              <a:t>Die Hard twist:</a:t>
            </a:r>
            <a:endParaRPr/>
          </a:p>
          <a:p>
            <a:pPr indent="-317500" lvl="1" marL="914400" rtl="0" algn="l">
              <a:spcBef>
                <a:spcPts val="0"/>
              </a:spcBef>
              <a:spcAft>
                <a:spcPts val="0"/>
              </a:spcAft>
              <a:buSzPts val="1400"/>
              <a:buChar char="○"/>
            </a:pPr>
            <a:r>
              <a:rPr lang="en"/>
              <a:t>Before visit: Suggests questions from condition history (“Ask about side effects of increasing dosage”).</a:t>
            </a:r>
            <a:endParaRPr/>
          </a:p>
          <a:p>
            <a:pPr indent="-317500" lvl="1" marL="914400" rtl="0" algn="l">
              <a:spcBef>
                <a:spcPts val="0"/>
              </a:spcBef>
              <a:spcAft>
                <a:spcPts val="0"/>
              </a:spcAft>
              <a:buSzPts val="1400"/>
              <a:buChar char="○"/>
            </a:pPr>
            <a:r>
              <a:rPr lang="en"/>
              <a:t>After visit: Generates clarifications from the summary (“Doctor said blood test — ask when results will be available”).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9"/>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Suggested Questions Example</a:t>
            </a:r>
            <a:endParaRPr/>
          </a:p>
        </p:txBody>
      </p:sp>
      <p:sp>
        <p:nvSpPr>
          <p:cNvPr id="239" name="Google Shape;239;p39"/>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Made by Cromwell</a:t>
            </a:r>
            <a:endParaRPr/>
          </a:p>
          <a:p>
            <a:pPr indent="0" lvl="0" marL="0" rtl="0" algn="l">
              <a:spcBef>
                <a:spcPts val="1200"/>
              </a:spcBef>
              <a:spcAft>
                <a:spcPts val="0"/>
              </a:spcAft>
              <a:buNone/>
            </a:pPr>
            <a:r>
              <a:rPr lang="en"/>
              <a:t>See here:</a:t>
            </a:r>
            <a:endParaRPr/>
          </a:p>
          <a:p>
            <a:pPr indent="0" lvl="0" marL="0" rtl="0" algn="l">
              <a:spcBef>
                <a:spcPts val="1200"/>
              </a:spcBef>
              <a:spcAft>
                <a:spcPts val="1200"/>
              </a:spcAft>
              <a:buNone/>
            </a:pPr>
            <a:r>
              <a:rPr lang="en" u="sng">
                <a:solidFill>
                  <a:schemeClr val="hlink"/>
                </a:solidFill>
                <a:hlinkClick r:id="rId3"/>
              </a:rPr>
              <a:t>https://medi-minder-landing-page-v4.lovable.app/app</a:t>
            </a:r>
            <a:r>
              <a:rPr lang="en"/>
              <a:t> </a:t>
            </a:r>
            <a:endParaRPr/>
          </a:p>
        </p:txBody>
      </p:sp>
      <p:pic>
        <p:nvPicPr>
          <p:cNvPr id="240" name="Google Shape;240;p39" title="Screenshot 2025-10-13 002221.png"/>
          <p:cNvPicPr preferRelativeResize="0"/>
          <p:nvPr/>
        </p:nvPicPr>
        <p:blipFill rotWithShape="1">
          <a:blip r:embed="rId4">
            <a:alphaModFix/>
          </a:blip>
          <a:srcRect b="0" l="37553" r="37551" t="0"/>
          <a:stretch/>
        </p:blipFill>
        <p:spPr>
          <a:xfrm>
            <a:off x="5260613" y="603159"/>
            <a:ext cx="1742501" cy="393719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Messages/Notes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1"/>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Messages/Notes</a:t>
            </a:r>
            <a:endParaRPr/>
          </a:p>
        </p:txBody>
      </p:sp>
      <p:sp>
        <p:nvSpPr>
          <p:cNvPr id="251" name="Google Shape;251;p41"/>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Secure communication log for contextual notes visible within care scope.</a:t>
            </a:r>
            <a:endParaRPr/>
          </a:p>
          <a:p>
            <a:pPr indent="-342900" lvl="0" marL="457200" rtl="0" algn="l">
              <a:spcBef>
                <a:spcPts val="0"/>
              </a:spcBef>
              <a:spcAft>
                <a:spcPts val="0"/>
              </a:spcAft>
              <a:buSzPts val="1800"/>
              <a:buChar char="●"/>
            </a:pPr>
            <a:r>
              <a:rPr lang="en"/>
              <a:t>Text box for comments, activity feed, visibility toggle (private/shared).</a:t>
            </a:r>
            <a:endParaRPr/>
          </a:p>
          <a:p>
            <a:pPr indent="-342900" lvl="0" marL="457200" rtl="0" algn="l">
              <a:spcBef>
                <a:spcPts val="0"/>
              </a:spcBef>
              <a:spcAft>
                <a:spcPts val="0"/>
              </a:spcAft>
              <a:buSzPts val="1800"/>
              <a:buChar char="●"/>
            </a:pPr>
            <a:r>
              <a:rPr lang="en"/>
              <a:t>Caregiver Workflow:</a:t>
            </a:r>
            <a:endParaRPr/>
          </a:p>
          <a:p>
            <a:pPr indent="-317500" lvl="1" marL="914400" rtl="0" algn="l">
              <a:spcBef>
                <a:spcPts val="0"/>
              </a:spcBef>
              <a:spcAft>
                <a:spcPts val="0"/>
              </a:spcAft>
              <a:buSzPts val="1400"/>
              <a:buChar char="○"/>
            </a:pPr>
            <a:r>
              <a:rPr lang="en"/>
              <a:t>Add notes or messages</a:t>
            </a:r>
            <a:endParaRPr/>
          </a:p>
          <a:p>
            <a:pPr indent="-317500" lvl="1" marL="914400" rtl="0" algn="l">
              <a:spcBef>
                <a:spcPts val="0"/>
              </a:spcBef>
              <a:spcAft>
                <a:spcPts val="0"/>
              </a:spcAft>
              <a:buSzPts val="1400"/>
              <a:buChar char="○"/>
            </a:pPr>
            <a:r>
              <a:rPr lang="en"/>
              <a:t>Entry saved securely and time-stamped.</a:t>
            </a:r>
            <a:endParaRPr/>
          </a:p>
          <a:p>
            <a:pPr indent="-317500" lvl="1" marL="914400" rtl="0" algn="l">
              <a:spcBef>
                <a:spcPts val="0"/>
              </a:spcBef>
              <a:spcAft>
                <a:spcPts val="0"/>
              </a:spcAft>
              <a:buSzPts val="1400"/>
              <a:buChar char="○"/>
            </a:pPr>
            <a:r>
              <a:rPr lang="en"/>
              <a:t>Improves coordination and follow-up quality.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Messages/Notes User Stories</a:t>
            </a:r>
            <a:endParaRPr/>
          </a:p>
        </p:txBody>
      </p:sp>
      <p:sp>
        <p:nvSpPr>
          <p:cNvPr id="257" name="Google Shape;257;p42"/>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As a Caregiver, I want to add private notes per visit or reminder, so I can track care coordination efforts.</a:t>
            </a:r>
            <a:endParaRPr/>
          </a:p>
          <a:p>
            <a:pPr indent="-317500" lvl="1" marL="914400" rtl="0" algn="l">
              <a:spcBef>
                <a:spcPts val="0"/>
              </a:spcBef>
              <a:spcAft>
                <a:spcPts val="0"/>
              </a:spcAft>
              <a:buSzPts val="1400"/>
              <a:buChar char="○"/>
            </a:pPr>
            <a:r>
              <a:rPr lang="en"/>
              <a:t>AC: N</a:t>
            </a:r>
            <a:r>
              <a:rPr lang="en"/>
              <a:t>otes stored securely with patient and caregiver ID; visible only to authorized participants.</a:t>
            </a:r>
            <a:endParaRPr/>
          </a:p>
          <a:p>
            <a:pPr indent="-342900" lvl="0" marL="457200" rtl="0" algn="l">
              <a:spcBef>
                <a:spcPts val="0"/>
              </a:spcBef>
              <a:spcAft>
                <a:spcPts val="0"/>
              </a:spcAft>
              <a:buSzPts val="1800"/>
              <a:buChar char="●"/>
            </a:pPr>
            <a:r>
              <a:rPr lang="en"/>
              <a:t>As a Caregiver, I want to message or leave notes for the patient or co-caregivers, so communication remains contextual.</a:t>
            </a:r>
            <a:endParaRPr/>
          </a:p>
          <a:p>
            <a:pPr indent="-317500" lvl="1" marL="914400" rtl="0" algn="l">
              <a:spcBef>
                <a:spcPts val="0"/>
              </a:spcBef>
              <a:spcAft>
                <a:spcPts val="0"/>
              </a:spcAft>
              <a:buSzPts val="1400"/>
              <a:buChar char="○"/>
            </a:pPr>
            <a:r>
              <a:rPr lang="en"/>
              <a:t>AC: Message threads stored per visit/reminder; visibility limited to authorized caregivers and patients.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43" title="Screenshot 2025-10-12 212626.png"/>
          <p:cNvPicPr preferRelativeResize="0"/>
          <p:nvPr/>
        </p:nvPicPr>
        <p:blipFill rotWithShape="1">
          <a:blip r:embed="rId3">
            <a:alphaModFix/>
          </a:blip>
          <a:srcRect b="0" l="37553" r="37551" t="0"/>
          <a:stretch/>
        </p:blipFill>
        <p:spPr>
          <a:xfrm>
            <a:off x="5260625" y="603159"/>
            <a:ext cx="1742501" cy="3937191"/>
          </a:xfrm>
          <a:prstGeom prst="rect">
            <a:avLst/>
          </a:prstGeom>
          <a:noFill/>
          <a:ln>
            <a:noFill/>
          </a:ln>
          <a:effectLst>
            <a:outerShdw blurRad="57150" rotWithShape="0" algn="bl" dir="5400000" dist="19050">
              <a:srgbClr val="000000">
                <a:alpha val="50000"/>
              </a:srgbClr>
            </a:outerShdw>
          </a:effectLst>
        </p:spPr>
      </p:pic>
      <p:sp>
        <p:nvSpPr>
          <p:cNvPr id="263" name="Google Shape;263;p43"/>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Messages/Notes Example</a:t>
            </a:r>
            <a:endParaRPr/>
          </a:p>
        </p:txBody>
      </p:sp>
      <p:sp>
        <p:nvSpPr>
          <p:cNvPr id="264" name="Google Shape;264;p43"/>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Made by Cromwell</a:t>
            </a:r>
            <a:endParaRPr/>
          </a:p>
          <a:p>
            <a:pPr indent="0" lvl="0" marL="0" rtl="0" algn="l">
              <a:spcBef>
                <a:spcPts val="1200"/>
              </a:spcBef>
              <a:spcAft>
                <a:spcPts val="0"/>
              </a:spcAft>
              <a:buNone/>
            </a:pPr>
            <a:r>
              <a:rPr lang="en"/>
              <a:t>See here:</a:t>
            </a:r>
            <a:endParaRPr/>
          </a:p>
          <a:p>
            <a:pPr indent="0" lvl="0" marL="0" rtl="0" algn="l">
              <a:spcBef>
                <a:spcPts val="1200"/>
              </a:spcBef>
              <a:spcAft>
                <a:spcPts val="1200"/>
              </a:spcAft>
              <a:buNone/>
            </a:pPr>
            <a:r>
              <a:rPr lang="en" u="sng">
                <a:solidFill>
                  <a:schemeClr val="hlink"/>
                </a:solidFill>
                <a:hlinkClick r:id="rId4"/>
              </a:rPr>
              <a:t>https://medi-minder-landing-page-v4.lovable.app/caregiver-app</a:t>
            </a:r>
            <a:r>
              <a:rPr lang="en"/>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4"/>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Settings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5"/>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Settings Example</a:t>
            </a:r>
            <a:endParaRPr/>
          </a:p>
        </p:txBody>
      </p:sp>
      <p:sp>
        <p:nvSpPr>
          <p:cNvPr id="275" name="Google Shape;275;p45"/>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Made by Cromwell</a:t>
            </a:r>
            <a:endParaRPr/>
          </a:p>
          <a:p>
            <a:pPr indent="0" lvl="0" marL="0" rtl="0" algn="l">
              <a:spcBef>
                <a:spcPts val="1200"/>
              </a:spcBef>
              <a:spcAft>
                <a:spcPts val="0"/>
              </a:spcAft>
              <a:buNone/>
            </a:pPr>
            <a:r>
              <a:rPr lang="en"/>
              <a:t>See here:</a:t>
            </a:r>
            <a:endParaRPr/>
          </a:p>
          <a:p>
            <a:pPr indent="0" lvl="0" marL="0" rtl="0" algn="l">
              <a:spcBef>
                <a:spcPts val="1200"/>
              </a:spcBef>
              <a:spcAft>
                <a:spcPts val="0"/>
              </a:spcAft>
              <a:buNone/>
            </a:pPr>
            <a:r>
              <a:rPr lang="en" u="sng">
                <a:solidFill>
                  <a:schemeClr val="accent5"/>
                </a:solidFill>
                <a:hlinkClick r:id="rId3">
                  <a:extLst>
                    <a:ext uri="{A12FA001-AC4F-418D-AE19-62706E023703}">
                      <ahyp:hlinkClr val="tx"/>
                    </a:ext>
                  </a:extLst>
                </a:hlinkClick>
              </a:rPr>
              <a:t>https://medi-minder-landing-page-v4.lovable.app/app</a:t>
            </a:r>
            <a:r>
              <a:rPr lang="en"/>
              <a:t> </a:t>
            </a:r>
            <a:endParaRPr/>
          </a:p>
          <a:p>
            <a:pPr indent="0" lvl="0" marL="0" rtl="0" algn="l">
              <a:spcBef>
                <a:spcPts val="1200"/>
              </a:spcBef>
              <a:spcAft>
                <a:spcPts val="1200"/>
              </a:spcAft>
              <a:buNone/>
            </a:pPr>
            <a:r>
              <a:rPr lang="en" u="sng">
                <a:solidFill>
                  <a:schemeClr val="accent5"/>
                </a:solidFill>
                <a:hlinkClick r:id="rId4">
                  <a:extLst>
                    <a:ext uri="{A12FA001-AC4F-418D-AE19-62706E023703}">
                      <ahyp:hlinkClr val="tx"/>
                    </a:ext>
                  </a:extLst>
                </a:hlinkClick>
              </a:rPr>
              <a:t>https://medi-minder-landing-page-v4.lovable.app/caregiver-app</a:t>
            </a:r>
            <a:r>
              <a:rPr lang="en"/>
              <a:t> </a:t>
            </a:r>
            <a:endParaRPr/>
          </a:p>
        </p:txBody>
      </p:sp>
      <p:pic>
        <p:nvPicPr>
          <p:cNvPr id="276" name="Google Shape;276;p45" title="Screenshot 2025-10-13 002242.png"/>
          <p:cNvPicPr preferRelativeResize="0"/>
          <p:nvPr/>
        </p:nvPicPr>
        <p:blipFill rotWithShape="1">
          <a:blip r:embed="rId5">
            <a:alphaModFix/>
          </a:blip>
          <a:srcRect b="0" l="37553" r="37551" t="0"/>
          <a:stretch/>
        </p:blipFill>
        <p:spPr>
          <a:xfrm>
            <a:off x="5478870" y="1096368"/>
            <a:ext cx="1305931" cy="2950763"/>
          </a:xfrm>
          <a:prstGeom prst="rect">
            <a:avLst/>
          </a:prstGeom>
          <a:noFill/>
          <a:ln>
            <a:noFill/>
          </a:ln>
          <a:effectLst>
            <a:outerShdw blurRad="33628" rotWithShape="0" algn="bl" dir="5400000" dist="11209">
              <a:srgbClr val="000000">
                <a:alpha val="50000"/>
              </a:srgbClr>
            </a:outerShdw>
          </a:effectLst>
        </p:spPr>
      </p:pic>
      <p:pic>
        <p:nvPicPr>
          <p:cNvPr id="277" name="Google Shape;277;p45" title="Screenshot 2025-10-13 002240.png"/>
          <p:cNvPicPr preferRelativeResize="0"/>
          <p:nvPr/>
        </p:nvPicPr>
        <p:blipFill rotWithShape="1">
          <a:blip r:embed="rId6">
            <a:alphaModFix/>
          </a:blip>
          <a:srcRect b="0" l="37553" r="37551" t="0"/>
          <a:stretch/>
        </p:blipFill>
        <p:spPr>
          <a:xfrm>
            <a:off x="3907623" y="1096368"/>
            <a:ext cx="1305931" cy="2950763"/>
          </a:xfrm>
          <a:prstGeom prst="rect">
            <a:avLst/>
          </a:prstGeom>
          <a:noFill/>
          <a:ln>
            <a:noFill/>
          </a:ln>
          <a:effectLst>
            <a:outerShdw blurRad="33628" rotWithShape="0" algn="bl" dir="5400000" dist="11209">
              <a:srgbClr val="000000">
                <a:alpha val="50000"/>
              </a:srgbClr>
            </a:outerShdw>
          </a:effectLst>
        </p:spPr>
      </p:pic>
      <p:pic>
        <p:nvPicPr>
          <p:cNvPr id="278" name="Google Shape;278;p45" title="Screenshot 2025-10-12 211113.png"/>
          <p:cNvPicPr preferRelativeResize="0"/>
          <p:nvPr/>
        </p:nvPicPr>
        <p:blipFill rotWithShape="1">
          <a:blip r:embed="rId7">
            <a:alphaModFix/>
          </a:blip>
          <a:srcRect b="0" l="37553" r="37551" t="0"/>
          <a:stretch/>
        </p:blipFill>
        <p:spPr>
          <a:xfrm>
            <a:off x="7050117" y="1096351"/>
            <a:ext cx="1305946" cy="2950800"/>
          </a:xfrm>
          <a:prstGeom prst="rect">
            <a:avLst/>
          </a:prstGeom>
          <a:noFill/>
          <a:ln>
            <a:noFill/>
          </a:ln>
          <a:effectLst>
            <a:outerShdw blurRad="42831" rotWithShape="0" algn="bl" dir="5400000" dist="14277">
              <a:srgbClr val="000000">
                <a:alpha val="50000"/>
              </a:srgbClr>
            </a:outerShdw>
          </a:effectLst>
        </p:spPr>
      </p:pic>
      <p:cxnSp>
        <p:nvCxnSpPr>
          <p:cNvPr id="279" name="Google Shape;279;p45"/>
          <p:cNvCxnSpPr>
            <a:stCxn id="277" idx="3"/>
            <a:endCxn id="276" idx="1"/>
          </p:cNvCxnSpPr>
          <p:nvPr/>
        </p:nvCxnSpPr>
        <p:spPr>
          <a:xfrm>
            <a:off x="5213554" y="2571749"/>
            <a:ext cx="265200" cy="0"/>
          </a:xfrm>
          <a:prstGeom prst="straightConnector1">
            <a:avLst/>
          </a:prstGeom>
          <a:noFill/>
          <a:ln cap="flat" cmpd="sng" w="7150">
            <a:solidFill>
              <a:srgbClr val="6D9EEB"/>
            </a:solidFill>
            <a:prstDash val="solid"/>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